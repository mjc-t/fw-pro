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747775"/>
          </p15:clr>
        </p15:guide>
        <p15:guide id="2" orient="horz" pos="2160">
          <p15:clr>
            <a:srgbClr val="747775"/>
          </p15:clr>
        </p15:guide>
        <p15:guide id="3" pos="347">
          <p15:clr>
            <a:srgbClr val="747775"/>
          </p15:clr>
        </p15:guide>
        <p15:guide id="4" orient="horz" pos="536">
          <p15:clr>
            <a:srgbClr val="747775"/>
          </p15:clr>
        </p15:guide>
        <p15:guide id="5" orient="horz" pos="97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>
        <p:guide pos="3840"/>
        <p:guide orient="horz" pos="2160"/>
        <p:guide pos="347"/>
        <p:guide orient="horz" pos="536"/>
        <p:guide orient="horz" pos="9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e077daa16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g36e077daa16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e077daa16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6e077daa16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4c3786138_2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344c3786138_2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e077daa16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6e077daa16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4c3786138_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44c3786138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4c3786138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44c3786138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4c3786138_2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44c3786138_2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e077daa1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6e077daa1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e077daa16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36e077daa16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4c3786138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344c3786138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44c3786138_2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344c3786138_2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6dd434aead_4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36dd434aead_4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6dd434aead_4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36dd434aead_4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6dd434aead_4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6dd434aead_4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dd434aead_4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36dd434aead_4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6e077daa16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6e077daa16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dd434aead_4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36dd434aead_4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6dd434aead_4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36dd434aead_4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6dd434aead_4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36dd434aead_4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6e077daa16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g36e077daa16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6dd434aead_4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36dd434aead_4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6dd434aead_4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g36dd434aead_4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6dd434aead_4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36dd434aead_4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6dd434aead_4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g36dd434aead_4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6dd434aead_4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g36dd434aead_4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6e077daa1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g36e077daa1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6dd434aead_4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g36dd434aead_4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화면">
  <p:cSld name="빈화면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기본1">
  <p:cSld name="기본1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8;p3"/>
          <p:cNvGrpSpPr/>
          <p:nvPr/>
        </p:nvGrpSpPr>
        <p:grpSpPr>
          <a:xfrm>
            <a:off x="0" y="106680"/>
            <a:ext cx="12191998" cy="497708"/>
            <a:chOff x="0" y="106680"/>
            <a:chExt cx="12191998" cy="497708"/>
          </a:xfrm>
        </p:grpSpPr>
        <p:sp>
          <p:nvSpPr>
            <p:cNvPr id="9" name="Google Shape;9;p3"/>
            <p:cNvSpPr/>
            <p:nvPr/>
          </p:nvSpPr>
          <p:spPr>
            <a:xfrm>
              <a:off x="0" y="106680"/>
              <a:ext cx="10223430" cy="495300"/>
            </a:xfrm>
            <a:prstGeom prst="rect">
              <a:avLst/>
            </a:prstGeom>
            <a:solidFill>
              <a:srgbClr val="196BC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p3"/>
            <p:cNvSpPr/>
            <p:nvPr/>
          </p:nvSpPr>
          <p:spPr>
            <a:xfrm flipH="1">
              <a:off x="10274300" y="107588"/>
              <a:ext cx="1917698" cy="496800"/>
            </a:xfrm>
            <a:prstGeom prst="rect">
              <a:avLst/>
            </a:prstGeom>
            <a:solidFill>
              <a:srgbClr val="6CB6E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" name="Google Shape;11;p3"/>
          <p:cNvGrpSpPr/>
          <p:nvPr/>
        </p:nvGrpSpPr>
        <p:grpSpPr>
          <a:xfrm>
            <a:off x="224769" y="290567"/>
            <a:ext cx="218965" cy="218964"/>
            <a:chOff x="234722" y="302423"/>
            <a:chExt cx="199059" cy="199058"/>
          </a:xfrm>
        </p:grpSpPr>
        <p:sp>
          <p:nvSpPr>
            <p:cNvPr id="12" name="Google Shape;12;p3"/>
            <p:cNvSpPr/>
            <p:nvPr/>
          </p:nvSpPr>
          <p:spPr>
            <a:xfrm>
              <a:off x="234722" y="302423"/>
              <a:ext cx="199059" cy="199058"/>
            </a:xfrm>
            <a:prstGeom prst="ellipse">
              <a:avLst/>
            </a:prstGeom>
            <a:gradFill>
              <a:gsLst>
                <a:gs pos="0">
                  <a:srgbClr val="F5F7FC"/>
                </a:gs>
                <a:gs pos="100000">
                  <a:srgbClr val="F2F2F2"/>
                </a:gs>
              </a:gsLst>
              <a:lin ang="5400000" scaled="0"/>
            </a:gradFill>
            <a:ln>
              <a:noFill/>
            </a:ln>
            <a:effectLst>
              <a:outerShdw blurRad="368300" dist="38100" dir="2700000" algn="tl" rotWithShape="0">
                <a:srgbClr val="0F3F73">
                  <a:alpha val="3568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"/>
            <p:cNvSpPr/>
            <p:nvPr/>
          </p:nvSpPr>
          <p:spPr>
            <a:xfrm>
              <a:off x="305096" y="353830"/>
              <a:ext cx="58311" cy="96244"/>
            </a:xfrm>
            <a:custGeom>
              <a:avLst/>
              <a:gdLst/>
              <a:ahLst/>
              <a:cxnLst/>
              <a:rect l="l" t="t" r="r" b="b"/>
              <a:pathLst>
                <a:path w="936724" h="1546083" extrusionOk="0">
                  <a:moveTo>
                    <a:pt x="894263" y="675875"/>
                  </a:moveTo>
                  <a:lnTo>
                    <a:pt x="262660" y="44176"/>
                  </a:lnTo>
                  <a:cubicBezTo>
                    <a:pt x="202463" y="-16002"/>
                    <a:pt x="104832" y="-16002"/>
                    <a:pt x="44633" y="44176"/>
                  </a:cubicBezTo>
                  <a:lnTo>
                    <a:pt x="42443" y="46367"/>
                  </a:lnTo>
                  <a:cubicBezTo>
                    <a:pt x="-17756" y="106584"/>
                    <a:pt x="-17756" y="204178"/>
                    <a:pt x="42443" y="264394"/>
                  </a:cubicBezTo>
                  <a:lnTo>
                    <a:pt x="498689" y="720642"/>
                  </a:lnTo>
                  <a:cubicBezTo>
                    <a:pt x="527169" y="748931"/>
                    <a:pt x="527169" y="795032"/>
                    <a:pt x="498880" y="823417"/>
                  </a:cubicBezTo>
                  <a:cubicBezTo>
                    <a:pt x="498785" y="823513"/>
                    <a:pt x="498785" y="823513"/>
                    <a:pt x="498689" y="823607"/>
                  </a:cubicBezTo>
                  <a:lnTo>
                    <a:pt x="42443" y="1279950"/>
                  </a:lnTo>
                  <a:cubicBezTo>
                    <a:pt x="-17756" y="1340053"/>
                    <a:pt x="-17756" y="1437494"/>
                    <a:pt x="42252" y="1497596"/>
                  </a:cubicBezTo>
                  <a:cubicBezTo>
                    <a:pt x="42347" y="1497691"/>
                    <a:pt x="42347" y="1497691"/>
                    <a:pt x="42443" y="1497787"/>
                  </a:cubicBezTo>
                  <a:lnTo>
                    <a:pt x="44633" y="1499977"/>
                  </a:lnTo>
                  <a:cubicBezTo>
                    <a:pt x="104832" y="1560176"/>
                    <a:pt x="202368" y="1560176"/>
                    <a:pt x="262564" y="1499977"/>
                  </a:cubicBezTo>
                  <a:lnTo>
                    <a:pt x="894358" y="867423"/>
                  </a:lnTo>
                  <a:cubicBezTo>
                    <a:pt x="947222" y="814463"/>
                    <a:pt x="947222" y="728738"/>
                    <a:pt x="894263" y="675875"/>
                  </a:cubicBezTo>
                  <a:close/>
                </a:path>
              </a:pathLst>
            </a:custGeom>
            <a:solidFill>
              <a:srgbClr val="196BC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3491C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96" cy="33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진">
  <p:cSld name="사진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>
            <a:off x="4857747" y="962025"/>
            <a:ext cx="7334249" cy="5895975"/>
          </a:xfrm>
          <a:prstGeom prst="round1Rect">
            <a:avLst>
              <a:gd name="adj" fmla="val 2626"/>
            </a:avLst>
          </a:prstGeom>
          <a:gradFill>
            <a:gsLst>
              <a:gs pos="0">
                <a:srgbClr val="196BC5"/>
              </a:gs>
              <a:gs pos="100000">
                <a:srgbClr val="6CB6E1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"/>
          <p:cNvSpPr/>
          <p:nvPr/>
        </p:nvSpPr>
        <p:spPr>
          <a:xfrm>
            <a:off x="5443262" y="1634035"/>
            <a:ext cx="6256902" cy="431243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27000" dist="12700" dir="2700000" algn="tl" rotWithShape="0">
              <a:srgbClr val="0F3F73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4"/>
          <p:cNvGrpSpPr/>
          <p:nvPr/>
        </p:nvGrpSpPr>
        <p:grpSpPr>
          <a:xfrm>
            <a:off x="5298746" y="1475330"/>
            <a:ext cx="658277" cy="700667"/>
            <a:chOff x="153648" y="1666875"/>
            <a:chExt cx="537096" cy="571683"/>
          </a:xfrm>
        </p:grpSpPr>
        <p:pic>
          <p:nvPicPr>
            <p:cNvPr id="19" name="Google Shape;19;p4"/>
            <p:cNvPicPr preferRelativeResize="0"/>
            <p:nvPr/>
          </p:nvPicPr>
          <p:blipFill rotWithShape="1">
            <a:blip r:embed="rId2">
              <a:alphaModFix amt="50000"/>
            </a:blip>
            <a:srcRect t="46382"/>
            <a:stretch/>
          </p:blipFill>
          <p:spPr>
            <a:xfrm rot="-2700000">
              <a:off x="88804" y="1923617"/>
              <a:ext cx="666785" cy="927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4"/>
            <p:cNvSpPr/>
            <p:nvPr/>
          </p:nvSpPr>
          <p:spPr>
            <a:xfrm rot="5400000">
              <a:off x="193950" y="1661084"/>
              <a:ext cx="469000" cy="480581"/>
            </a:xfrm>
            <a:prstGeom prst="rtTriangle">
              <a:avLst/>
            </a:prstGeom>
            <a:solidFill>
              <a:srgbClr val="65ACD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21;p4"/>
          <p:cNvGrpSpPr/>
          <p:nvPr/>
        </p:nvGrpSpPr>
        <p:grpSpPr>
          <a:xfrm rot="10800000">
            <a:off x="11344021" y="5502685"/>
            <a:ext cx="554879" cy="590610"/>
            <a:chOff x="153648" y="1666875"/>
            <a:chExt cx="537096" cy="571683"/>
          </a:xfrm>
        </p:grpSpPr>
        <p:pic>
          <p:nvPicPr>
            <p:cNvPr id="22" name="Google Shape;22;p4"/>
            <p:cNvPicPr preferRelativeResize="0"/>
            <p:nvPr/>
          </p:nvPicPr>
          <p:blipFill rotWithShape="1">
            <a:blip r:embed="rId2">
              <a:alphaModFix amt="50000"/>
            </a:blip>
            <a:srcRect t="46382"/>
            <a:stretch/>
          </p:blipFill>
          <p:spPr>
            <a:xfrm rot="-2700000">
              <a:off x="88804" y="1923617"/>
              <a:ext cx="666785" cy="927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4"/>
            <p:cNvSpPr/>
            <p:nvPr/>
          </p:nvSpPr>
          <p:spPr>
            <a:xfrm rot="5400000">
              <a:off x="193950" y="1661084"/>
              <a:ext cx="469000" cy="480581"/>
            </a:xfrm>
            <a:prstGeom prst="rtTriangle">
              <a:avLst/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4"/>
          <p:cNvSpPr>
            <a:spLocks noGrp="1"/>
          </p:cNvSpPr>
          <p:nvPr>
            <p:ph type="pic" idx="2"/>
          </p:nvPr>
        </p:nvSpPr>
        <p:spPr>
          <a:xfrm>
            <a:off x="5661826" y="1885252"/>
            <a:ext cx="5819775" cy="3810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5" name="Google Shape;25;p4"/>
          <p:cNvGrpSpPr/>
          <p:nvPr/>
        </p:nvGrpSpPr>
        <p:grpSpPr>
          <a:xfrm>
            <a:off x="0" y="106680"/>
            <a:ext cx="12191998" cy="497708"/>
            <a:chOff x="0" y="106680"/>
            <a:chExt cx="12191998" cy="497708"/>
          </a:xfrm>
        </p:grpSpPr>
        <p:sp>
          <p:nvSpPr>
            <p:cNvPr id="26" name="Google Shape;26;p4"/>
            <p:cNvSpPr/>
            <p:nvPr/>
          </p:nvSpPr>
          <p:spPr>
            <a:xfrm>
              <a:off x="0" y="106680"/>
              <a:ext cx="10223430" cy="495300"/>
            </a:xfrm>
            <a:prstGeom prst="rect">
              <a:avLst/>
            </a:prstGeom>
            <a:solidFill>
              <a:srgbClr val="196BC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 flipH="1">
              <a:off x="10274300" y="107588"/>
              <a:ext cx="1917698" cy="496800"/>
            </a:xfrm>
            <a:prstGeom prst="rect">
              <a:avLst/>
            </a:prstGeom>
            <a:solidFill>
              <a:srgbClr val="6CB6E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8;p4"/>
          <p:cNvGrpSpPr/>
          <p:nvPr/>
        </p:nvGrpSpPr>
        <p:grpSpPr>
          <a:xfrm>
            <a:off x="224769" y="290567"/>
            <a:ext cx="218965" cy="218964"/>
            <a:chOff x="234722" y="302423"/>
            <a:chExt cx="199059" cy="199058"/>
          </a:xfrm>
        </p:grpSpPr>
        <p:sp>
          <p:nvSpPr>
            <p:cNvPr id="29" name="Google Shape;29;p4"/>
            <p:cNvSpPr/>
            <p:nvPr/>
          </p:nvSpPr>
          <p:spPr>
            <a:xfrm>
              <a:off x="234722" y="302423"/>
              <a:ext cx="199059" cy="199058"/>
            </a:xfrm>
            <a:prstGeom prst="ellipse">
              <a:avLst/>
            </a:prstGeom>
            <a:gradFill>
              <a:gsLst>
                <a:gs pos="0">
                  <a:srgbClr val="F5F7FC"/>
                </a:gs>
                <a:gs pos="100000">
                  <a:srgbClr val="F2F2F2"/>
                </a:gs>
              </a:gsLst>
              <a:lin ang="5400000" scaled="0"/>
            </a:gradFill>
            <a:ln>
              <a:noFill/>
            </a:ln>
            <a:effectLst>
              <a:outerShdw blurRad="368300" dist="38100" dir="2700000" algn="tl" rotWithShape="0">
                <a:srgbClr val="0F3F73">
                  <a:alpha val="3568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305096" y="353830"/>
              <a:ext cx="58311" cy="96244"/>
            </a:xfrm>
            <a:custGeom>
              <a:avLst/>
              <a:gdLst/>
              <a:ahLst/>
              <a:cxnLst/>
              <a:rect l="l" t="t" r="r" b="b"/>
              <a:pathLst>
                <a:path w="936724" h="1546083" extrusionOk="0">
                  <a:moveTo>
                    <a:pt x="894263" y="675875"/>
                  </a:moveTo>
                  <a:lnTo>
                    <a:pt x="262660" y="44176"/>
                  </a:lnTo>
                  <a:cubicBezTo>
                    <a:pt x="202463" y="-16002"/>
                    <a:pt x="104832" y="-16002"/>
                    <a:pt x="44633" y="44176"/>
                  </a:cubicBezTo>
                  <a:lnTo>
                    <a:pt x="42443" y="46367"/>
                  </a:lnTo>
                  <a:cubicBezTo>
                    <a:pt x="-17756" y="106584"/>
                    <a:pt x="-17756" y="204178"/>
                    <a:pt x="42443" y="264394"/>
                  </a:cubicBezTo>
                  <a:lnTo>
                    <a:pt x="498689" y="720642"/>
                  </a:lnTo>
                  <a:cubicBezTo>
                    <a:pt x="527169" y="748931"/>
                    <a:pt x="527169" y="795032"/>
                    <a:pt x="498880" y="823417"/>
                  </a:cubicBezTo>
                  <a:cubicBezTo>
                    <a:pt x="498785" y="823513"/>
                    <a:pt x="498785" y="823513"/>
                    <a:pt x="498689" y="823607"/>
                  </a:cubicBezTo>
                  <a:lnTo>
                    <a:pt x="42443" y="1279950"/>
                  </a:lnTo>
                  <a:cubicBezTo>
                    <a:pt x="-17756" y="1340053"/>
                    <a:pt x="-17756" y="1437494"/>
                    <a:pt x="42252" y="1497596"/>
                  </a:cubicBezTo>
                  <a:cubicBezTo>
                    <a:pt x="42347" y="1497691"/>
                    <a:pt x="42347" y="1497691"/>
                    <a:pt x="42443" y="1497787"/>
                  </a:cubicBezTo>
                  <a:lnTo>
                    <a:pt x="44633" y="1499977"/>
                  </a:lnTo>
                  <a:cubicBezTo>
                    <a:pt x="104832" y="1560176"/>
                    <a:pt x="202368" y="1560176"/>
                    <a:pt x="262564" y="1499977"/>
                  </a:cubicBezTo>
                  <a:lnTo>
                    <a:pt x="894358" y="867423"/>
                  </a:lnTo>
                  <a:cubicBezTo>
                    <a:pt x="947222" y="814463"/>
                    <a:pt x="947222" y="728738"/>
                    <a:pt x="894263" y="675875"/>
                  </a:cubicBezTo>
                  <a:close/>
                </a:path>
              </a:pathLst>
            </a:custGeom>
            <a:solidFill>
              <a:srgbClr val="196BC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3491C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96" cy="33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기본2">
  <p:cSld name="기본2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>
            <a:spLocks noGrp="1"/>
          </p:cNvSpPr>
          <p:nvPr>
            <p:ph type="pic" idx="2"/>
          </p:nvPr>
        </p:nvSpPr>
        <p:spPr>
          <a:xfrm>
            <a:off x="6406074" y="1384812"/>
            <a:ext cx="4552562" cy="455256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4" name="Google Shape;34;p5"/>
          <p:cNvSpPr/>
          <p:nvPr/>
        </p:nvSpPr>
        <p:spPr>
          <a:xfrm>
            <a:off x="9856641" y="4733135"/>
            <a:ext cx="1184385" cy="1184385"/>
          </a:xfrm>
          <a:prstGeom prst="ellipse">
            <a:avLst/>
          </a:prstGeom>
          <a:solidFill>
            <a:srgbClr val="6CB6E1">
              <a:alpha val="2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6982920" y="1422085"/>
            <a:ext cx="661844" cy="661844"/>
          </a:xfrm>
          <a:prstGeom prst="ellipse">
            <a:avLst/>
          </a:prstGeom>
          <a:solidFill>
            <a:srgbClr val="196BC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11338802" y="4340210"/>
            <a:ext cx="229807" cy="229807"/>
          </a:xfrm>
          <a:prstGeom prst="ellipse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388124" y="5375416"/>
            <a:ext cx="132588" cy="132588"/>
          </a:xfrm>
          <a:prstGeom prst="ellipse">
            <a:avLst/>
          </a:prstGeom>
          <a:solidFill>
            <a:srgbClr val="196BC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5700107" y="4957118"/>
            <a:ext cx="351949" cy="351949"/>
          </a:xfrm>
          <a:prstGeom prst="ellipse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5"/>
          <p:cNvGrpSpPr/>
          <p:nvPr/>
        </p:nvGrpSpPr>
        <p:grpSpPr>
          <a:xfrm>
            <a:off x="0" y="106680"/>
            <a:ext cx="12191998" cy="497708"/>
            <a:chOff x="0" y="106680"/>
            <a:chExt cx="12191998" cy="497708"/>
          </a:xfrm>
        </p:grpSpPr>
        <p:sp>
          <p:nvSpPr>
            <p:cNvPr id="40" name="Google Shape;40;p5"/>
            <p:cNvSpPr/>
            <p:nvPr/>
          </p:nvSpPr>
          <p:spPr>
            <a:xfrm>
              <a:off x="0" y="106680"/>
              <a:ext cx="10223430" cy="495300"/>
            </a:xfrm>
            <a:prstGeom prst="rect">
              <a:avLst/>
            </a:prstGeom>
            <a:solidFill>
              <a:srgbClr val="196BC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5"/>
            <p:cNvSpPr/>
            <p:nvPr/>
          </p:nvSpPr>
          <p:spPr>
            <a:xfrm flipH="1">
              <a:off x="10274300" y="107588"/>
              <a:ext cx="1917698" cy="496800"/>
            </a:xfrm>
            <a:prstGeom prst="rect">
              <a:avLst/>
            </a:prstGeom>
            <a:solidFill>
              <a:srgbClr val="6CB6E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" name="Google Shape;42;p5"/>
          <p:cNvGrpSpPr/>
          <p:nvPr/>
        </p:nvGrpSpPr>
        <p:grpSpPr>
          <a:xfrm>
            <a:off x="224769" y="290567"/>
            <a:ext cx="218965" cy="218964"/>
            <a:chOff x="234722" y="302423"/>
            <a:chExt cx="199059" cy="199058"/>
          </a:xfrm>
        </p:grpSpPr>
        <p:sp>
          <p:nvSpPr>
            <p:cNvPr id="43" name="Google Shape;43;p5"/>
            <p:cNvSpPr/>
            <p:nvPr/>
          </p:nvSpPr>
          <p:spPr>
            <a:xfrm>
              <a:off x="234722" y="302423"/>
              <a:ext cx="199059" cy="199058"/>
            </a:xfrm>
            <a:prstGeom prst="ellipse">
              <a:avLst/>
            </a:prstGeom>
            <a:gradFill>
              <a:gsLst>
                <a:gs pos="0">
                  <a:srgbClr val="F5F7FC"/>
                </a:gs>
                <a:gs pos="100000">
                  <a:srgbClr val="F2F2F2"/>
                </a:gs>
              </a:gsLst>
              <a:lin ang="5400000" scaled="0"/>
            </a:gradFill>
            <a:ln>
              <a:noFill/>
            </a:ln>
            <a:effectLst>
              <a:outerShdw blurRad="368300" dist="38100" dir="2700000" algn="tl" rotWithShape="0">
                <a:srgbClr val="0F3F73">
                  <a:alpha val="3568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305096" y="353830"/>
              <a:ext cx="58311" cy="96244"/>
            </a:xfrm>
            <a:custGeom>
              <a:avLst/>
              <a:gdLst/>
              <a:ahLst/>
              <a:cxnLst/>
              <a:rect l="l" t="t" r="r" b="b"/>
              <a:pathLst>
                <a:path w="936724" h="1546083" extrusionOk="0">
                  <a:moveTo>
                    <a:pt x="894263" y="675875"/>
                  </a:moveTo>
                  <a:lnTo>
                    <a:pt x="262660" y="44176"/>
                  </a:lnTo>
                  <a:cubicBezTo>
                    <a:pt x="202463" y="-16002"/>
                    <a:pt x="104832" y="-16002"/>
                    <a:pt x="44633" y="44176"/>
                  </a:cubicBezTo>
                  <a:lnTo>
                    <a:pt x="42443" y="46367"/>
                  </a:lnTo>
                  <a:cubicBezTo>
                    <a:pt x="-17756" y="106584"/>
                    <a:pt x="-17756" y="204178"/>
                    <a:pt x="42443" y="264394"/>
                  </a:cubicBezTo>
                  <a:lnTo>
                    <a:pt x="498689" y="720642"/>
                  </a:lnTo>
                  <a:cubicBezTo>
                    <a:pt x="527169" y="748931"/>
                    <a:pt x="527169" y="795032"/>
                    <a:pt x="498880" y="823417"/>
                  </a:cubicBezTo>
                  <a:cubicBezTo>
                    <a:pt x="498785" y="823513"/>
                    <a:pt x="498785" y="823513"/>
                    <a:pt x="498689" y="823607"/>
                  </a:cubicBezTo>
                  <a:lnTo>
                    <a:pt x="42443" y="1279950"/>
                  </a:lnTo>
                  <a:cubicBezTo>
                    <a:pt x="-17756" y="1340053"/>
                    <a:pt x="-17756" y="1437494"/>
                    <a:pt x="42252" y="1497596"/>
                  </a:cubicBezTo>
                  <a:cubicBezTo>
                    <a:pt x="42347" y="1497691"/>
                    <a:pt x="42347" y="1497691"/>
                    <a:pt x="42443" y="1497787"/>
                  </a:cubicBezTo>
                  <a:lnTo>
                    <a:pt x="44633" y="1499977"/>
                  </a:lnTo>
                  <a:cubicBezTo>
                    <a:pt x="104832" y="1560176"/>
                    <a:pt x="202368" y="1560176"/>
                    <a:pt x="262564" y="1499977"/>
                  </a:cubicBezTo>
                  <a:lnTo>
                    <a:pt x="894358" y="867423"/>
                  </a:lnTo>
                  <a:cubicBezTo>
                    <a:pt x="947222" y="814463"/>
                    <a:pt x="947222" y="728738"/>
                    <a:pt x="894263" y="675875"/>
                  </a:cubicBezTo>
                  <a:close/>
                </a:path>
              </a:pathLst>
            </a:custGeom>
            <a:solidFill>
              <a:srgbClr val="196BC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3491C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96" cy="33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저작권">
  <p:cSld name="저작권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0" y="6791325"/>
            <a:ext cx="12192000" cy="66676"/>
          </a:xfrm>
          <a:prstGeom prst="rect">
            <a:avLst/>
          </a:prstGeom>
          <a:solidFill>
            <a:srgbClr val="196BC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7"/>
          <p:cNvSpPr txBox="1"/>
          <p:nvPr/>
        </p:nvSpPr>
        <p:spPr>
          <a:xfrm>
            <a:off x="3048000" y="4624382"/>
            <a:ext cx="6096000" cy="14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>
                <a:solidFill>
                  <a:srgbClr val="0C0C0C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3조 </a:t>
            </a:r>
            <a:r>
              <a:rPr lang="ko-KR" sz="1800" b="1" dirty="0" err="1">
                <a:solidFill>
                  <a:srgbClr val="0C0C0C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Shell</a:t>
            </a:r>
            <a:r>
              <a:rPr lang="ko-KR" sz="1800" b="1" dirty="0">
                <a:solidFill>
                  <a:srgbClr val="0C0C0C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800" b="1" dirty="0" err="1">
                <a:solidFill>
                  <a:srgbClr val="0C0C0C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work</a:t>
            </a:r>
            <a:endParaRPr sz="1800" b="1" dirty="0">
              <a:solidFill>
                <a:srgbClr val="0C0C0C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dirty="0">
                <a:solidFill>
                  <a:srgbClr val="0C0C0C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김진호</a:t>
            </a:r>
            <a:endParaRPr sz="1700" dirty="0">
              <a:solidFill>
                <a:srgbClr val="0C0C0C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dirty="0">
                <a:solidFill>
                  <a:srgbClr val="0C0C0C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김현욱</a:t>
            </a:r>
            <a:endParaRPr sz="1700" dirty="0">
              <a:solidFill>
                <a:srgbClr val="0C0C0C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dirty="0" err="1">
                <a:solidFill>
                  <a:srgbClr val="0C0C0C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임원택</a:t>
            </a:r>
            <a:endParaRPr sz="1700" dirty="0">
              <a:solidFill>
                <a:srgbClr val="0C0C0C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dirty="0" err="1">
                <a:solidFill>
                  <a:srgbClr val="0C0C0C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정혁준</a:t>
            </a:r>
            <a:endParaRPr sz="1700" dirty="0">
              <a:solidFill>
                <a:srgbClr val="0C0C0C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55" name="Google Shape;55;p7"/>
          <p:cNvSpPr txBox="1"/>
          <p:nvPr/>
        </p:nvSpPr>
        <p:spPr>
          <a:xfrm>
            <a:off x="2063502" y="2494119"/>
            <a:ext cx="8064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dirty="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네트워크 팀 프로젝트</a:t>
            </a:r>
            <a:endParaRPr sz="40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56" name="Google Shape;56;p7"/>
          <p:cNvSpPr txBox="1"/>
          <p:nvPr/>
        </p:nvSpPr>
        <p:spPr>
          <a:xfrm flipH="1">
            <a:off x="5479200" y="3630788"/>
            <a:ext cx="1233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 dirty="0">
                <a:solidFill>
                  <a:srgbClr val="0C0C0C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방화벽</a:t>
            </a:r>
            <a:endParaRPr sz="21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grpSp>
        <p:nvGrpSpPr>
          <p:cNvPr id="57" name="Google Shape;57;p7"/>
          <p:cNvGrpSpPr/>
          <p:nvPr/>
        </p:nvGrpSpPr>
        <p:grpSpPr>
          <a:xfrm>
            <a:off x="2583802" y="2612570"/>
            <a:ext cx="7024396" cy="470989"/>
            <a:chOff x="2583802" y="2558416"/>
            <a:chExt cx="7024396" cy="525144"/>
          </a:xfrm>
        </p:grpSpPr>
        <p:sp>
          <p:nvSpPr>
            <p:cNvPr id="58" name="Google Shape;58;p7"/>
            <p:cNvSpPr/>
            <p:nvPr/>
          </p:nvSpPr>
          <p:spPr>
            <a:xfrm>
              <a:off x="2583802" y="2558416"/>
              <a:ext cx="133350" cy="525144"/>
            </a:xfrm>
            <a:prstGeom prst="leftBracket">
              <a:avLst>
                <a:gd name="adj" fmla="val 0"/>
              </a:avLst>
            </a:prstGeom>
            <a:noFill/>
            <a:ln w="41275" cap="flat" cmpd="sng">
              <a:solidFill>
                <a:srgbClr val="6CB6E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9" name="Google Shape;59;p7"/>
            <p:cNvSpPr/>
            <p:nvPr/>
          </p:nvSpPr>
          <p:spPr>
            <a:xfrm flipH="1">
              <a:off x="9474848" y="2558416"/>
              <a:ext cx="133350" cy="525144"/>
            </a:xfrm>
            <a:prstGeom prst="leftBracket">
              <a:avLst>
                <a:gd name="adj" fmla="val 0"/>
              </a:avLst>
            </a:prstGeom>
            <a:noFill/>
            <a:ln w="41275" cap="flat" cmpd="sng">
              <a:solidFill>
                <a:srgbClr val="6CB6E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96" cy="33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목차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1032775" y="1060050"/>
            <a:ext cx="1069800" cy="3705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36000" rIns="91425" bIns="72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01.  </a:t>
            </a:r>
            <a:r>
              <a:rPr lang="ko-KR" sz="1500" dirty="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구성도</a:t>
            </a:r>
            <a:endParaRPr sz="1500" dirty="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032775" y="1430275"/>
            <a:ext cx="1720200" cy="85740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67" name="Google Shape;67;p8"/>
          <p:cNvSpPr txBox="1"/>
          <p:nvPr/>
        </p:nvSpPr>
        <p:spPr>
          <a:xfrm>
            <a:off x="1067742" y="1550118"/>
            <a:ext cx="1650300" cy="660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9999" marR="0" lvl="0" indent="-17999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96BC5"/>
              </a:buClr>
              <a:buSzPts val="1400"/>
              <a:buFont typeface="Jua"/>
              <a:buChar char="•"/>
            </a:pPr>
            <a:r>
              <a:rPr lang="ko-KR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물리적 구성도</a:t>
            </a: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179999" marR="0" lvl="0" indent="-179999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96BC5"/>
              </a:buClr>
              <a:buSzPts val="1400"/>
              <a:buFont typeface="Jua"/>
              <a:buChar char="•"/>
            </a:pPr>
            <a:r>
              <a:rPr lang="ko-KR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논리적 구성도</a:t>
            </a: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2102575" y="2535600"/>
            <a:ext cx="1458300" cy="3705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96BC5"/>
          </a:solidFill>
          <a:ln>
            <a:noFill/>
          </a:ln>
        </p:spPr>
        <p:txBody>
          <a:bodyPr spcFirstLastPara="1" wrap="square" lIns="91425" tIns="36000" rIns="91425" bIns="72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02. </a:t>
            </a:r>
            <a:r>
              <a:rPr lang="ko-KR" sz="15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스위치 설정</a:t>
            </a:r>
            <a:endParaRPr sz="15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102575" y="2905825"/>
            <a:ext cx="2222400" cy="94560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70" name="Google Shape;70;p8"/>
          <p:cNvSpPr txBox="1"/>
          <p:nvPr/>
        </p:nvSpPr>
        <p:spPr>
          <a:xfrm>
            <a:off x="2147749" y="3073963"/>
            <a:ext cx="1069800" cy="660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9999" marR="0" lvl="0" indent="-17999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96BC5"/>
              </a:buClr>
              <a:buSzPts val="1400"/>
              <a:buFont typeface="Jua"/>
              <a:buChar char="•"/>
            </a:pPr>
            <a:r>
              <a:rPr lang="ko-KR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SW1</a:t>
            </a: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179999" marR="0" lvl="0" indent="-179999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96BC5"/>
              </a:buClr>
              <a:buSzPts val="1400"/>
              <a:buFont typeface="Jua"/>
              <a:buChar char="•"/>
            </a:pPr>
            <a:r>
              <a:rPr lang="ko-KR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SW3</a:t>
            </a: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3212049" y="3073963"/>
            <a:ext cx="1069800" cy="660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9999" marR="0" lvl="0" indent="-17999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96BC5"/>
              </a:buClr>
              <a:buSzPts val="1400"/>
              <a:buFont typeface="Jua"/>
              <a:buChar char="•"/>
            </a:pPr>
            <a:r>
              <a:rPr lang="ko-KR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SW2</a:t>
            </a: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179999" marR="0" lvl="0" indent="-179999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96BC5"/>
              </a:buClr>
              <a:buSzPts val="1400"/>
              <a:buFont typeface="Jua"/>
              <a:buChar char="•"/>
            </a:pPr>
            <a:r>
              <a:rPr lang="ko-KR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SW4</a:t>
            </a: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3485875" y="4193500"/>
            <a:ext cx="1458300" cy="3705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36000" rIns="91425" bIns="72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03. </a:t>
            </a:r>
            <a:r>
              <a:rPr lang="ko-KR" sz="15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라우터 설정</a:t>
            </a:r>
            <a:endParaRPr sz="15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3485875" y="4563725"/>
            <a:ext cx="1920300" cy="123420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74" name="Google Shape;74;p8"/>
          <p:cNvSpPr txBox="1"/>
          <p:nvPr/>
        </p:nvSpPr>
        <p:spPr>
          <a:xfrm>
            <a:off x="3625975" y="4712175"/>
            <a:ext cx="753300" cy="970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9999" marR="0" lvl="0" indent="-17999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96BC5"/>
              </a:buClr>
              <a:buSzPts val="1400"/>
              <a:buFont typeface="Jua"/>
              <a:buChar char="•"/>
            </a:pPr>
            <a:r>
              <a:rPr lang="ko-KR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R1</a:t>
            </a: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179999" marR="0" lvl="0" indent="-179999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96BC5"/>
              </a:buClr>
              <a:buSzPts val="1400"/>
              <a:buFont typeface="Jua"/>
              <a:buChar char="•"/>
            </a:pPr>
            <a:r>
              <a:rPr lang="ko-KR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R3</a:t>
            </a:r>
            <a:endParaRPr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179999" marR="0" lvl="0" indent="-179999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96BC5"/>
              </a:buClr>
              <a:buSzPts val="1400"/>
              <a:buFont typeface="Jua"/>
              <a:buChar char="•"/>
            </a:pPr>
            <a:r>
              <a:rPr lang="ko-KR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R5</a:t>
            </a:r>
            <a:endParaRPr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75" name="Google Shape;75;p8"/>
          <p:cNvSpPr txBox="1"/>
          <p:nvPr/>
        </p:nvSpPr>
        <p:spPr>
          <a:xfrm>
            <a:off x="4512775" y="4712175"/>
            <a:ext cx="753300" cy="970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9999" marR="0" lvl="0" indent="-17999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96BC5"/>
              </a:buClr>
              <a:buSzPts val="1400"/>
              <a:buFont typeface="Jua"/>
              <a:buChar char="•"/>
            </a:pPr>
            <a:r>
              <a:rPr lang="ko-KR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R2</a:t>
            </a: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179999" marR="0" lvl="0" indent="-179999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96BC5"/>
              </a:buClr>
              <a:buSzPts val="1400"/>
              <a:buFont typeface="Jua"/>
              <a:buChar char="•"/>
            </a:pPr>
            <a:r>
              <a:rPr lang="ko-KR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R4</a:t>
            </a:r>
            <a:endParaRPr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179999" marR="0" lvl="0" indent="-179999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96BC5"/>
              </a:buClr>
              <a:buSzPts val="1400"/>
              <a:buFont typeface="Jua"/>
              <a:buChar char="•"/>
            </a:pPr>
            <a:r>
              <a:rPr lang="ko-KR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R6</a:t>
            </a:r>
            <a:endParaRPr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6927575" y="1060075"/>
            <a:ext cx="1720200" cy="3705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96BC5"/>
          </a:solidFill>
          <a:ln>
            <a:noFill/>
          </a:ln>
        </p:spPr>
        <p:txBody>
          <a:bodyPr spcFirstLastPara="1" wrap="square" lIns="91425" tIns="36000" rIns="91425" bIns="72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04. </a:t>
            </a:r>
            <a:r>
              <a:rPr lang="ko-KR" sz="1500" dirty="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방화벽 - 1 설정</a:t>
            </a:r>
            <a:endParaRPr sz="1500" dirty="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6927575" y="1430300"/>
            <a:ext cx="2222400" cy="58740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78" name="Google Shape;78;p8"/>
          <p:cNvSpPr txBox="1"/>
          <p:nvPr/>
        </p:nvSpPr>
        <p:spPr>
          <a:xfrm>
            <a:off x="6962542" y="1550131"/>
            <a:ext cx="1650300" cy="35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9999" marR="0" lvl="0" indent="-17999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96BC5"/>
              </a:buClr>
              <a:buSzPts val="1400"/>
              <a:buFont typeface="Jua"/>
              <a:buChar char="•"/>
            </a:pPr>
            <a:r>
              <a:rPr lang="ko-KR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FW1</a:t>
            </a: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7997375" y="2535625"/>
            <a:ext cx="1720200" cy="3705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36000" rIns="91425" bIns="72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05. </a:t>
            </a:r>
            <a:r>
              <a:rPr lang="ko-KR" sz="15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방화벽 - 2 설정</a:t>
            </a:r>
            <a:endParaRPr sz="15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7997375" y="2905845"/>
            <a:ext cx="2222400" cy="587400"/>
          </a:xfrm>
          <a:prstGeom prst="rect">
            <a:avLst/>
          </a:prstGeom>
          <a:solidFill>
            <a:srgbClr val="ECF6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81" name="Google Shape;81;p8"/>
          <p:cNvSpPr txBox="1"/>
          <p:nvPr/>
        </p:nvSpPr>
        <p:spPr>
          <a:xfrm>
            <a:off x="8038775" y="3031126"/>
            <a:ext cx="1069800" cy="35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9999" marR="0" lvl="0" indent="-17999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96BC5"/>
              </a:buClr>
              <a:buSzPts val="1400"/>
              <a:buFont typeface="Jua"/>
              <a:buChar char="•"/>
            </a:pPr>
            <a:r>
              <a:rPr lang="ko-KR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FW2</a:t>
            </a: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1108975" y="1095454"/>
            <a:ext cx="299700" cy="299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72000" tIns="0" rIns="72000" bIns="360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6CB6E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1</a:t>
            </a:r>
            <a:endParaRPr sz="1400" b="1">
              <a:solidFill>
                <a:srgbClr val="6CB6E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2194625" y="2571029"/>
            <a:ext cx="299700" cy="299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72000" tIns="0" rIns="72000" bIns="360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2</a:t>
            </a:r>
            <a:endParaRPr sz="1400" b="1">
              <a:solidFill>
                <a:srgbClr val="196BC5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3560875" y="4228904"/>
            <a:ext cx="299700" cy="299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72000" tIns="0" rIns="72000" bIns="360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rgbClr val="6CB6E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3</a:t>
            </a:r>
            <a:endParaRPr sz="1400" b="1">
              <a:solidFill>
                <a:srgbClr val="6CB6E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8079800" y="2571004"/>
            <a:ext cx="299700" cy="299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72000" tIns="0" rIns="72000" bIns="360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rgbClr val="6CB6E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5</a:t>
            </a:r>
            <a:endParaRPr sz="1400" b="1">
              <a:solidFill>
                <a:srgbClr val="6CB6E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7016741" y="1095454"/>
            <a:ext cx="299700" cy="299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72000" tIns="0" rIns="72000" bIns="360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 dirty="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4</a:t>
            </a:r>
            <a:endParaRPr sz="1400" b="1" dirty="0">
              <a:solidFill>
                <a:srgbClr val="196BC5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0" y="6791325"/>
            <a:ext cx="12192000" cy="66600"/>
          </a:xfrm>
          <a:prstGeom prst="rect">
            <a:avLst/>
          </a:prstGeom>
          <a:solidFill>
            <a:srgbClr val="196BC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sp>
        <p:nvSpPr>
          <p:cNvPr id="93" name="Google Shape;93;p9"/>
          <p:cNvSpPr txBox="1"/>
          <p:nvPr/>
        </p:nvSpPr>
        <p:spPr>
          <a:xfrm>
            <a:off x="3048000" y="4624382"/>
            <a:ext cx="6096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0C0C0C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94" name="Google Shape;94;p9"/>
          <p:cNvSpPr txBox="1"/>
          <p:nvPr/>
        </p:nvSpPr>
        <p:spPr>
          <a:xfrm>
            <a:off x="2063552" y="1319069"/>
            <a:ext cx="8064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구성도 </a:t>
            </a:r>
            <a:endParaRPr sz="40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95" name="Google Shape;95;p9"/>
          <p:cNvSpPr txBox="1"/>
          <p:nvPr/>
        </p:nvSpPr>
        <p:spPr>
          <a:xfrm flipH="1">
            <a:off x="5479200" y="3630788"/>
            <a:ext cx="1233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96" name="Google Shape;96;p9" title="free-icon-firewall-20583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475" y="2669450"/>
            <a:ext cx="2673050" cy="26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102" name="Google Shape;102;p10"/>
          <p:cNvGrpSpPr/>
          <p:nvPr/>
        </p:nvGrpSpPr>
        <p:grpSpPr>
          <a:xfrm>
            <a:off x="0" y="690075"/>
            <a:ext cx="11172718" cy="5791200"/>
            <a:chOff x="-104775" y="1066800"/>
            <a:chExt cx="11277600" cy="5791200"/>
          </a:xfrm>
        </p:grpSpPr>
        <p:sp>
          <p:nvSpPr>
            <p:cNvPr id="103" name="Google Shape;103;p10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pic>
        <p:nvPicPr>
          <p:cNvPr id="106" name="Google Shape;10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1600" y="1034425"/>
            <a:ext cx="6808576" cy="544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01. 구성도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grpSp>
        <p:nvGrpSpPr>
          <p:cNvPr id="108" name="Google Shape;108;p10"/>
          <p:cNvGrpSpPr/>
          <p:nvPr/>
        </p:nvGrpSpPr>
        <p:grpSpPr>
          <a:xfrm>
            <a:off x="550890" y="851050"/>
            <a:ext cx="2230789" cy="395400"/>
            <a:chOff x="442912" y="940269"/>
            <a:chExt cx="1595700" cy="395400"/>
          </a:xfrm>
        </p:grpSpPr>
        <p:sp>
          <p:nvSpPr>
            <p:cNvPr id="109" name="Google Shape;109;p10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196BC5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10" name="Google Shape;110;p10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dirty="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1 - 1. 물리적 구성도</a:t>
              </a:r>
              <a:endParaRPr sz="1800" dirty="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116" name="Google Shape;116;p11"/>
          <p:cNvGrpSpPr/>
          <p:nvPr/>
        </p:nvGrpSpPr>
        <p:grpSpPr>
          <a:xfrm>
            <a:off x="0" y="690075"/>
            <a:ext cx="11172718" cy="5791200"/>
            <a:chOff x="-104775" y="1066800"/>
            <a:chExt cx="11277600" cy="5791200"/>
          </a:xfrm>
        </p:grpSpPr>
        <p:sp>
          <p:nvSpPr>
            <p:cNvPr id="117" name="Google Shape;117;p11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01. 구성도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121" name="Google Shape;121;p11" title="화면 캡처 2025-07-16 1502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0050" y="802400"/>
            <a:ext cx="7795375" cy="5678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1"/>
          <p:cNvGrpSpPr/>
          <p:nvPr/>
        </p:nvGrpSpPr>
        <p:grpSpPr>
          <a:xfrm>
            <a:off x="550890" y="851050"/>
            <a:ext cx="2230789" cy="395400"/>
            <a:chOff x="442912" y="940269"/>
            <a:chExt cx="1595700" cy="395400"/>
          </a:xfrm>
        </p:grpSpPr>
        <p:sp>
          <p:nvSpPr>
            <p:cNvPr id="123" name="Google Shape;123;p11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196BC5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ko-KR" sz="1800" dirty="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1 - 2. 논리적 구성도</a:t>
              </a:r>
              <a:endParaRPr sz="1800" dirty="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0" y="6791325"/>
            <a:ext cx="12192000" cy="66600"/>
          </a:xfrm>
          <a:prstGeom prst="rect">
            <a:avLst/>
          </a:prstGeom>
          <a:solidFill>
            <a:srgbClr val="196BC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3048000" y="4624382"/>
            <a:ext cx="6096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0C0C0C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2063552" y="1319069"/>
            <a:ext cx="8064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스위치 설정 </a:t>
            </a:r>
            <a:endParaRPr sz="40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 flipH="1">
            <a:off x="5479200" y="3630788"/>
            <a:ext cx="1233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134" name="Google Shape;134;p12" title="free-icon-firewall-20583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475" y="2669450"/>
            <a:ext cx="2673050" cy="26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140" name="Google Shape;140;p13"/>
          <p:cNvGrpSpPr/>
          <p:nvPr/>
        </p:nvGrpSpPr>
        <p:grpSpPr>
          <a:xfrm>
            <a:off x="0" y="690075"/>
            <a:ext cx="11172718" cy="5791200"/>
            <a:chOff x="-104775" y="1066800"/>
            <a:chExt cx="11277600" cy="5791200"/>
          </a:xfrm>
        </p:grpSpPr>
        <p:sp>
          <p:nvSpPr>
            <p:cNvPr id="141" name="Google Shape;141;p13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lt1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ㅁㄴㅇㅁㅇㄴㅁㅇㄴ</a:t>
              </a:r>
              <a:endParaRPr sz="1800" b="1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</p:grpSp>
      <p:sp>
        <p:nvSpPr>
          <p:cNvPr id="144" name="Google Shape;144;p13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02. 스위치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grpSp>
        <p:nvGrpSpPr>
          <p:cNvPr id="145" name="Google Shape;145;p13"/>
          <p:cNvGrpSpPr/>
          <p:nvPr/>
        </p:nvGrpSpPr>
        <p:grpSpPr>
          <a:xfrm>
            <a:off x="550939" y="851050"/>
            <a:ext cx="1444587" cy="395400"/>
            <a:chOff x="442912" y="940269"/>
            <a:chExt cx="1595700" cy="395400"/>
          </a:xfrm>
        </p:grpSpPr>
        <p:sp>
          <p:nvSpPr>
            <p:cNvPr id="146" name="Google Shape;146;p13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196BC5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511821" y="958244"/>
              <a:ext cx="14499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dirty="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2 - 1. SW1</a:t>
              </a:r>
              <a:endParaRPr sz="1800" dirty="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148" name="Google Shape;148;p13"/>
          <p:cNvSpPr txBox="1"/>
          <p:nvPr/>
        </p:nvSpPr>
        <p:spPr>
          <a:xfrm>
            <a:off x="550900" y="1546100"/>
            <a:ext cx="29766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f1/10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sw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10.8.8.1 255.255.255.0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route 0.0.0.0 0.0.0.0 10.8.8.2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149" name="Google Shape;149;p13" title="화면 캡처 2025-07-17 1211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3488" y="1546088"/>
            <a:ext cx="6029325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3"/>
          <p:cNvSpPr/>
          <p:nvPr/>
        </p:nvSpPr>
        <p:spPr>
          <a:xfrm>
            <a:off x="4439125" y="3252125"/>
            <a:ext cx="4355100" cy="47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156" name="Google Shape;156;p14"/>
          <p:cNvGrpSpPr/>
          <p:nvPr/>
        </p:nvGrpSpPr>
        <p:grpSpPr>
          <a:xfrm>
            <a:off x="0" y="690075"/>
            <a:ext cx="11172718" cy="5791200"/>
            <a:chOff x="-104775" y="1066800"/>
            <a:chExt cx="11277600" cy="5791200"/>
          </a:xfrm>
        </p:grpSpPr>
        <p:sp>
          <p:nvSpPr>
            <p:cNvPr id="157" name="Google Shape;157;p14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sp>
        <p:nvSpPr>
          <p:cNvPr id="160" name="Google Shape;160;p14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02. 스위치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grpSp>
        <p:nvGrpSpPr>
          <p:cNvPr id="161" name="Google Shape;161;p14"/>
          <p:cNvGrpSpPr/>
          <p:nvPr/>
        </p:nvGrpSpPr>
        <p:grpSpPr>
          <a:xfrm>
            <a:off x="550939" y="851050"/>
            <a:ext cx="1443151" cy="395400"/>
            <a:chOff x="442912" y="940269"/>
            <a:chExt cx="1595700" cy="395400"/>
          </a:xfrm>
        </p:grpSpPr>
        <p:sp>
          <p:nvSpPr>
            <p:cNvPr id="162" name="Google Shape;162;p14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196BC5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2 - 2. SW2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164" name="Google Shape;164;p14"/>
          <p:cNvSpPr txBox="1"/>
          <p:nvPr/>
        </p:nvSpPr>
        <p:spPr>
          <a:xfrm>
            <a:off x="550900" y="1546100"/>
            <a:ext cx="31146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f1/4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sw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43.43.1.2 255.255.255.0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route 0.0.0.0 0.0.0.0 43.43.1.1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165" name="Google Shape;165;p14" title="화면 캡처 2025-07-17 1214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8375" y="1546100"/>
            <a:ext cx="601980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"/>
          <p:cNvSpPr/>
          <p:nvPr/>
        </p:nvSpPr>
        <p:spPr>
          <a:xfrm>
            <a:off x="4118375" y="3213649"/>
            <a:ext cx="4355100" cy="485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172" name="Google Shape;172;p15"/>
          <p:cNvGrpSpPr/>
          <p:nvPr/>
        </p:nvGrpSpPr>
        <p:grpSpPr>
          <a:xfrm>
            <a:off x="0" y="690075"/>
            <a:ext cx="11172718" cy="5791200"/>
            <a:chOff x="-104775" y="1066800"/>
            <a:chExt cx="11277600" cy="5791200"/>
          </a:xfrm>
        </p:grpSpPr>
        <p:sp>
          <p:nvSpPr>
            <p:cNvPr id="173" name="Google Shape;173;p15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sp>
        <p:nvSpPr>
          <p:cNvPr id="176" name="Google Shape;176;p15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02. 스위치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grpSp>
        <p:nvGrpSpPr>
          <p:cNvPr id="177" name="Google Shape;177;p15"/>
          <p:cNvGrpSpPr/>
          <p:nvPr/>
        </p:nvGrpSpPr>
        <p:grpSpPr>
          <a:xfrm>
            <a:off x="550939" y="851050"/>
            <a:ext cx="1443151" cy="395400"/>
            <a:chOff x="442912" y="940269"/>
            <a:chExt cx="1595700" cy="395400"/>
          </a:xfrm>
        </p:grpSpPr>
        <p:sp>
          <p:nvSpPr>
            <p:cNvPr id="178" name="Google Shape;178;p15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dirty="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2 - 3. SW3</a:t>
              </a:r>
              <a:endParaRPr sz="1800" dirty="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180" name="Google Shape;180;p15"/>
          <p:cNvSpPr txBox="1"/>
          <p:nvPr/>
        </p:nvSpPr>
        <p:spPr>
          <a:xfrm>
            <a:off x="550900" y="1546100"/>
            <a:ext cx="31737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f1/10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sw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43.43.34.1 255.255.255.0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router ospf 1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net 43.43.34.1 0.0.0.0 area 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181" name="Google Shape;181;p15" title="Sw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650" y="1596538"/>
            <a:ext cx="6172200" cy="427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5"/>
          <p:cNvSpPr/>
          <p:nvPr/>
        </p:nvSpPr>
        <p:spPr>
          <a:xfrm>
            <a:off x="4211650" y="3219275"/>
            <a:ext cx="5616000" cy="2654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188" name="Google Shape;188;p16"/>
          <p:cNvGrpSpPr/>
          <p:nvPr/>
        </p:nvGrpSpPr>
        <p:grpSpPr>
          <a:xfrm>
            <a:off x="0" y="690075"/>
            <a:ext cx="11172718" cy="5791200"/>
            <a:chOff x="-104775" y="1066800"/>
            <a:chExt cx="11277600" cy="5791200"/>
          </a:xfrm>
        </p:grpSpPr>
        <p:sp>
          <p:nvSpPr>
            <p:cNvPr id="189" name="Google Shape;189;p16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91" name="Google Shape;191;p16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sp>
        <p:nvSpPr>
          <p:cNvPr id="192" name="Google Shape;192;p16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02. 스위치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grpSp>
        <p:nvGrpSpPr>
          <p:cNvPr id="193" name="Google Shape;193;p16"/>
          <p:cNvGrpSpPr/>
          <p:nvPr/>
        </p:nvGrpSpPr>
        <p:grpSpPr>
          <a:xfrm>
            <a:off x="550939" y="851050"/>
            <a:ext cx="1443151" cy="395400"/>
            <a:chOff x="442912" y="940269"/>
            <a:chExt cx="1595700" cy="395400"/>
          </a:xfrm>
        </p:grpSpPr>
        <p:sp>
          <p:nvSpPr>
            <p:cNvPr id="194" name="Google Shape;194;p16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195" name="Google Shape;195;p16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2 - 3. SW4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196" name="Google Shape;196;p16"/>
          <p:cNvSpPr txBox="1"/>
          <p:nvPr/>
        </p:nvSpPr>
        <p:spPr>
          <a:xfrm>
            <a:off x="550900" y="1546100"/>
            <a:ext cx="31737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vlan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212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vlan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202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f0/5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sw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trunk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en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dot1q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sw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mo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trunk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f0/1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sw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mo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access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sw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access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vlan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212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f0/2</a:t>
            </a:r>
            <a:endParaRPr sz="1500" dirty="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sw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mo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access</a:t>
            </a:r>
            <a:endParaRPr sz="1500" dirty="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sw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access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vlan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202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197" name="Google Shape;1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8225" y="1546088"/>
            <a:ext cx="447675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6"/>
          <p:cNvSpPr/>
          <p:nvPr/>
        </p:nvSpPr>
        <p:spPr>
          <a:xfrm>
            <a:off x="7379650" y="2373975"/>
            <a:ext cx="1602300" cy="336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7379650" y="3017750"/>
            <a:ext cx="1602300" cy="195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0" y="6791325"/>
            <a:ext cx="12192000" cy="66600"/>
          </a:xfrm>
          <a:prstGeom prst="rect">
            <a:avLst/>
          </a:prstGeom>
          <a:solidFill>
            <a:srgbClr val="196BC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3048000" y="4624382"/>
            <a:ext cx="6096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0C0C0C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2063552" y="1319069"/>
            <a:ext cx="8064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라우터 설정 </a:t>
            </a:r>
            <a:endParaRPr sz="40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 flipH="1">
            <a:off x="5479200" y="3630788"/>
            <a:ext cx="1233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209" name="Google Shape;209;p17" title="free-icon-firewall-20583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475" y="2669450"/>
            <a:ext cx="2673050" cy="26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215" name="Google Shape;215;p18"/>
          <p:cNvGrpSpPr/>
          <p:nvPr/>
        </p:nvGrpSpPr>
        <p:grpSpPr>
          <a:xfrm>
            <a:off x="0" y="690075"/>
            <a:ext cx="11172718" cy="5791200"/>
            <a:chOff x="-104775" y="1066800"/>
            <a:chExt cx="11277600" cy="5791200"/>
          </a:xfrm>
        </p:grpSpPr>
        <p:sp>
          <p:nvSpPr>
            <p:cNvPr id="216" name="Google Shape;216;p18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sp>
        <p:nvSpPr>
          <p:cNvPr id="219" name="Google Shape;219;p18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03. 라우터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grpSp>
        <p:nvGrpSpPr>
          <p:cNvPr id="220" name="Google Shape;220;p18"/>
          <p:cNvGrpSpPr/>
          <p:nvPr/>
        </p:nvGrpSpPr>
        <p:grpSpPr>
          <a:xfrm>
            <a:off x="550939" y="851050"/>
            <a:ext cx="1443151" cy="395400"/>
            <a:chOff x="442912" y="940269"/>
            <a:chExt cx="1595700" cy="395400"/>
          </a:xfrm>
        </p:grpSpPr>
        <p:sp>
          <p:nvSpPr>
            <p:cNvPr id="221" name="Google Shape;221;p18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3 - 1. R1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223" name="Google Shape;223;p18"/>
          <p:cNvSpPr txBox="1"/>
          <p:nvPr/>
        </p:nvSpPr>
        <p:spPr>
          <a:xfrm>
            <a:off x="550950" y="1546100"/>
            <a:ext cx="3272100" cy="50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lo0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add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43.43.11.1 255.255.255.0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f0/0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shut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add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43.43.7.2 255.255.255.0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s0/0 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shut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add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43.43.6.1 255.255.255.0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router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eigrp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43</a:t>
            </a:r>
            <a:endParaRPr sz="1500" dirty="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auto</a:t>
            </a:r>
            <a:endParaRPr sz="1500" dirty="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net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43.43.7.2 0.0.0.0</a:t>
            </a:r>
            <a:endParaRPr sz="1500" dirty="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redis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os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1 </a:t>
            </a: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met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1 1 1 1 1</a:t>
            </a:r>
            <a:endParaRPr sz="1500" dirty="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router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ospf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1</a:t>
            </a:r>
            <a:endParaRPr sz="1500" dirty="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net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43.43.6.1 0.0.0.0 </a:t>
            </a: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area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0</a:t>
            </a:r>
            <a:endParaRPr sz="1500" dirty="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net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43.43.11.1 0.0.0.0 </a:t>
            </a: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area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0</a:t>
            </a:r>
            <a:endParaRPr sz="1500" dirty="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default-inf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ori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always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endParaRPr sz="1500" dirty="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redis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ei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43 </a:t>
            </a: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sub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endParaRPr sz="1500" dirty="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43.43.18.0 255.255.255.0 43.43.6.2</a:t>
            </a:r>
            <a:endParaRPr sz="1500" dirty="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</a:t>
            </a:r>
            <a:r>
              <a:rPr lang="ko-KR" sz="1500" dirty="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43.43.19.0 255.255.255.0 43.43.6.2</a:t>
            </a:r>
            <a:endParaRPr sz="1500" dirty="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224" name="Google Shape;2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8850" y="1433025"/>
            <a:ext cx="6191250" cy="430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8"/>
          <p:cNvSpPr/>
          <p:nvPr/>
        </p:nvSpPr>
        <p:spPr>
          <a:xfrm>
            <a:off x="4211650" y="3120725"/>
            <a:ext cx="5937300" cy="26175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231" name="Google Shape;231;p19"/>
          <p:cNvGrpSpPr/>
          <p:nvPr/>
        </p:nvGrpSpPr>
        <p:grpSpPr>
          <a:xfrm>
            <a:off x="0" y="690075"/>
            <a:ext cx="11172718" cy="5791200"/>
            <a:chOff x="-104775" y="1066800"/>
            <a:chExt cx="11277600" cy="5791200"/>
          </a:xfrm>
        </p:grpSpPr>
        <p:sp>
          <p:nvSpPr>
            <p:cNvPr id="232" name="Google Shape;232;p19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233" name="Google Shape;233;p19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sp>
        <p:nvSpPr>
          <p:cNvPr id="235" name="Google Shape;235;p19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03. 라우터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grpSp>
        <p:nvGrpSpPr>
          <p:cNvPr id="236" name="Google Shape;236;p19"/>
          <p:cNvGrpSpPr/>
          <p:nvPr/>
        </p:nvGrpSpPr>
        <p:grpSpPr>
          <a:xfrm>
            <a:off x="550939" y="851050"/>
            <a:ext cx="1443151" cy="395400"/>
            <a:chOff x="442912" y="940269"/>
            <a:chExt cx="1595700" cy="395400"/>
          </a:xfrm>
        </p:grpSpPr>
        <p:sp>
          <p:nvSpPr>
            <p:cNvPr id="237" name="Google Shape;237;p19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3 - 2. R2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239" name="Google Shape;239;p19"/>
          <p:cNvSpPr txBox="1"/>
          <p:nvPr/>
        </p:nvSpPr>
        <p:spPr>
          <a:xfrm>
            <a:off x="550900" y="1546100"/>
            <a:ext cx="97839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lo0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10.8.2.2 255.255.255.0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f0/0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shut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10.8.9.1 255.255.255.0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route 0.0.0.0 0.0.0.0 10.8.9.2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240" name="Google Shape;24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0700" y="2437900"/>
            <a:ext cx="6134100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9"/>
          <p:cNvSpPr/>
          <p:nvPr/>
        </p:nvSpPr>
        <p:spPr>
          <a:xfrm>
            <a:off x="4211650" y="4059625"/>
            <a:ext cx="4301700" cy="673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247" name="Google Shape;247;p20"/>
          <p:cNvGrpSpPr/>
          <p:nvPr/>
        </p:nvGrpSpPr>
        <p:grpSpPr>
          <a:xfrm>
            <a:off x="0" y="690075"/>
            <a:ext cx="11172718" cy="5791200"/>
            <a:chOff x="-104775" y="1066800"/>
            <a:chExt cx="11277600" cy="5791200"/>
          </a:xfrm>
        </p:grpSpPr>
        <p:sp>
          <p:nvSpPr>
            <p:cNvPr id="248" name="Google Shape;248;p20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sp>
        <p:nvSpPr>
          <p:cNvPr id="251" name="Google Shape;251;p20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03. 라우터 설정</a:t>
            </a:r>
            <a:endParaRPr sz="18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grpSp>
        <p:nvGrpSpPr>
          <p:cNvPr id="252" name="Google Shape;252;p20"/>
          <p:cNvGrpSpPr/>
          <p:nvPr/>
        </p:nvGrpSpPr>
        <p:grpSpPr>
          <a:xfrm>
            <a:off x="550939" y="851050"/>
            <a:ext cx="1443151" cy="395400"/>
            <a:chOff x="442912" y="940269"/>
            <a:chExt cx="1595700" cy="395400"/>
          </a:xfrm>
        </p:grpSpPr>
        <p:sp>
          <p:nvSpPr>
            <p:cNvPr id="253" name="Google Shape;253;p20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3 - 3. R3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255" name="Google Shape;255;p20"/>
          <p:cNvSpPr txBox="1"/>
          <p:nvPr/>
        </p:nvSpPr>
        <p:spPr>
          <a:xfrm>
            <a:off x="550950" y="1546100"/>
            <a:ext cx="30060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lo0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43.43.33.3 255.255.255.0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f0/1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shut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150.2.43.1 255.255.255.0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s0/1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shut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43.43.5.1 255.255.255.0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router ospf 1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router-id 43.43.33.3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net 43.43.33.3 0.0.0.0 area 0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net 43.43.5.1 0.0.0.0 area 0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redi eigrp 30 sub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router eigrp 30 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au 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net 150.2.43.1 0.0.0.0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redi ospf 1 met 1 1 1 1 1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256" name="Google Shape;25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2488" y="1366350"/>
            <a:ext cx="6105525" cy="44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0"/>
          <p:cNvSpPr/>
          <p:nvPr/>
        </p:nvSpPr>
        <p:spPr>
          <a:xfrm>
            <a:off x="4412500" y="2690000"/>
            <a:ext cx="5943600" cy="3114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263" name="Google Shape;263;p21"/>
          <p:cNvGrpSpPr/>
          <p:nvPr/>
        </p:nvGrpSpPr>
        <p:grpSpPr>
          <a:xfrm>
            <a:off x="0" y="690075"/>
            <a:ext cx="11172718" cy="5791200"/>
            <a:chOff x="-104775" y="1066800"/>
            <a:chExt cx="11277600" cy="5791200"/>
          </a:xfrm>
        </p:grpSpPr>
        <p:sp>
          <p:nvSpPr>
            <p:cNvPr id="264" name="Google Shape;264;p21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265" name="Google Shape;265;p21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sp>
        <p:nvSpPr>
          <p:cNvPr id="267" name="Google Shape;267;p21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03. 라우터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grpSp>
        <p:nvGrpSpPr>
          <p:cNvPr id="268" name="Google Shape;268;p21"/>
          <p:cNvGrpSpPr/>
          <p:nvPr/>
        </p:nvGrpSpPr>
        <p:grpSpPr>
          <a:xfrm>
            <a:off x="550939" y="851050"/>
            <a:ext cx="1443151" cy="395400"/>
            <a:chOff x="442912" y="940269"/>
            <a:chExt cx="1595700" cy="395400"/>
          </a:xfrm>
        </p:grpSpPr>
        <p:sp>
          <p:nvSpPr>
            <p:cNvPr id="269" name="Google Shape;269;p21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3 - 4. R4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271" name="Google Shape;271;p21"/>
          <p:cNvSpPr txBox="1"/>
          <p:nvPr/>
        </p:nvSpPr>
        <p:spPr>
          <a:xfrm>
            <a:off x="550900" y="1546100"/>
            <a:ext cx="35580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lo0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add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43.43.44.4 255.255.255.0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f0/1 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shut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add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43.43.1.1 255.255.255.0 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f0/0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shut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add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43.43.34.2 255.255.255.0 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router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ospf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1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router-id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43.43.44.4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net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43.43.34.2 0.0.0.0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area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0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net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43.43.44.4 0.0.0.0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area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0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net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43.43.1.1 0.0.0.0 </a:t>
            </a:r>
            <a:r>
              <a:rPr lang="ko-KR" sz="15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area</a:t>
            </a: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0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 dirty="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	</a:t>
            </a:r>
            <a:endParaRPr sz="1500" dirty="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272" name="Google Shape;27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6450" y="1428250"/>
            <a:ext cx="6057900" cy="43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/>
          <p:nvPr/>
        </p:nvSpPr>
        <p:spPr>
          <a:xfrm>
            <a:off x="4406450" y="3124550"/>
            <a:ext cx="5427300" cy="2618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279" name="Google Shape;279;p22"/>
          <p:cNvGrpSpPr/>
          <p:nvPr/>
        </p:nvGrpSpPr>
        <p:grpSpPr>
          <a:xfrm>
            <a:off x="0" y="690075"/>
            <a:ext cx="11172718" cy="5791200"/>
            <a:chOff x="-104775" y="1066800"/>
            <a:chExt cx="11277600" cy="5791200"/>
          </a:xfrm>
        </p:grpSpPr>
        <p:sp>
          <p:nvSpPr>
            <p:cNvPr id="280" name="Google Shape;280;p22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sp>
        <p:nvSpPr>
          <p:cNvPr id="283" name="Google Shape;283;p22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03. 라우터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grpSp>
        <p:nvGrpSpPr>
          <p:cNvPr id="284" name="Google Shape;284;p22"/>
          <p:cNvGrpSpPr/>
          <p:nvPr/>
        </p:nvGrpSpPr>
        <p:grpSpPr>
          <a:xfrm>
            <a:off x="550939" y="851050"/>
            <a:ext cx="1443151" cy="395400"/>
            <a:chOff x="442912" y="940269"/>
            <a:chExt cx="1595700" cy="395400"/>
          </a:xfrm>
        </p:grpSpPr>
        <p:sp>
          <p:nvSpPr>
            <p:cNvPr id="285" name="Google Shape;285;p22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3 - 5. R5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287" name="Google Shape;287;p22"/>
          <p:cNvSpPr txBox="1"/>
          <p:nvPr/>
        </p:nvSpPr>
        <p:spPr>
          <a:xfrm>
            <a:off x="550900" y="1546100"/>
            <a:ext cx="29571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lo0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43.43.55.5 255.255.255.0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s0/0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shut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43.43.6.2 255.255.255.0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s0/1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shut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43.43.5.2 255.255.255.0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f0/0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shut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f0/0.202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en dot 202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43.43.19.1 255.255.255.0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f0/0.212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en dot 212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43.43.18.1 255.255.255.0 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4237013" y="851050"/>
            <a:ext cx="40572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router ospf 1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router-id 43.43.55.5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net 43.43.55.5 0.0.0.0 area 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net 43.43.6.2 0.0.0.0 area 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net 43.43.5.2 0.0.0.0 area 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redi static sub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route 10.8.9.0 255.255.255.0 43.43.19.2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route 10.8.8.0 255.255.255.0 43.43.18.2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route 10.8.2.2 255.255.255.255 43.43.19.2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289" name="Google Shape;28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275" y="2826147"/>
            <a:ext cx="4519050" cy="35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2"/>
          <p:cNvSpPr/>
          <p:nvPr/>
        </p:nvSpPr>
        <p:spPr>
          <a:xfrm>
            <a:off x="4349075" y="3810600"/>
            <a:ext cx="3833100" cy="2535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296" name="Google Shape;296;p23"/>
          <p:cNvGrpSpPr/>
          <p:nvPr/>
        </p:nvGrpSpPr>
        <p:grpSpPr>
          <a:xfrm>
            <a:off x="0" y="690075"/>
            <a:ext cx="11172718" cy="5791200"/>
            <a:chOff x="-104775" y="1066800"/>
            <a:chExt cx="11277600" cy="5791200"/>
          </a:xfrm>
        </p:grpSpPr>
        <p:sp>
          <p:nvSpPr>
            <p:cNvPr id="297" name="Google Shape;297;p23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299" name="Google Shape;299;p23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sp>
        <p:nvSpPr>
          <p:cNvPr id="300" name="Google Shape;300;p23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03. 라우터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grpSp>
        <p:nvGrpSpPr>
          <p:cNvPr id="301" name="Google Shape;301;p23"/>
          <p:cNvGrpSpPr/>
          <p:nvPr/>
        </p:nvGrpSpPr>
        <p:grpSpPr>
          <a:xfrm>
            <a:off x="550939" y="851050"/>
            <a:ext cx="1443151" cy="395400"/>
            <a:chOff x="442912" y="940269"/>
            <a:chExt cx="1595700" cy="395400"/>
          </a:xfrm>
        </p:grpSpPr>
        <p:sp>
          <p:nvSpPr>
            <p:cNvPr id="302" name="Google Shape;302;p23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3 - 6. R6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304" name="Google Shape;304;p23"/>
          <p:cNvSpPr txBox="1"/>
          <p:nvPr/>
        </p:nvSpPr>
        <p:spPr>
          <a:xfrm>
            <a:off x="506375" y="1546100"/>
            <a:ext cx="39126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lo0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43.43.66.6 255.255.255.0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f0/1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shut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150.2.43.254 255.255.255.0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router eigrp 30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au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net 150.2.43.254 0.0.0.0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net 43.43.66.6 0.0.0.0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305" name="Google Shape;3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5225" y="1504463"/>
            <a:ext cx="6229350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0" y="6791325"/>
            <a:ext cx="12192000" cy="66600"/>
          </a:xfrm>
          <a:prstGeom prst="rect">
            <a:avLst/>
          </a:prstGeom>
          <a:solidFill>
            <a:srgbClr val="196BC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sp>
        <p:nvSpPr>
          <p:cNvPr id="312" name="Google Shape;312;p24"/>
          <p:cNvSpPr txBox="1"/>
          <p:nvPr/>
        </p:nvSpPr>
        <p:spPr>
          <a:xfrm>
            <a:off x="3048000" y="4624382"/>
            <a:ext cx="6096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0C0C0C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313" name="Google Shape;313;p24"/>
          <p:cNvSpPr txBox="1"/>
          <p:nvPr/>
        </p:nvSpPr>
        <p:spPr>
          <a:xfrm>
            <a:off x="2063552" y="1319069"/>
            <a:ext cx="8064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방화벽-1 설정 </a:t>
            </a:r>
            <a:endParaRPr sz="40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314" name="Google Shape;314;p24"/>
          <p:cNvSpPr txBox="1"/>
          <p:nvPr/>
        </p:nvSpPr>
        <p:spPr>
          <a:xfrm flipH="1">
            <a:off x="5479200" y="3630788"/>
            <a:ext cx="1233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315" name="Google Shape;315;p24" title="free-icon-firewall-20583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475" y="2669450"/>
            <a:ext cx="2673050" cy="26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5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sp>
        <p:nvSpPr>
          <p:cNvPr id="321" name="Google Shape;321;p25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04. 방화벽 - 1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grpSp>
        <p:nvGrpSpPr>
          <p:cNvPr id="322" name="Google Shape;322;p25"/>
          <p:cNvGrpSpPr/>
          <p:nvPr/>
        </p:nvGrpSpPr>
        <p:grpSpPr>
          <a:xfrm>
            <a:off x="0" y="690075"/>
            <a:ext cx="11172718" cy="5791200"/>
            <a:chOff x="-104775" y="1066800"/>
            <a:chExt cx="11277600" cy="5791200"/>
          </a:xfrm>
        </p:grpSpPr>
        <p:sp>
          <p:nvSpPr>
            <p:cNvPr id="323" name="Google Shape;323;p25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325" name="Google Shape;325;p25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grpSp>
        <p:nvGrpSpPr>
          <p:cNvPr id="326" name="Google Shape;326;p25"/>
          <p:cNvGrpSpPr/>
          <p:nvPr/>
        </p:nvGrpSpPr>
        <p:grpSpPr>
          <a:xfrm>
            <a:off x="550968" y="851050"/>
            <a:ext cx="2658915" cy="395400"/>
            <a:chOff x="442912" y="940269"/>
            <a:chExt cx="1595700" cy="395400"/>
          </a:xfrm>
        </p:grpSpPr>
        <p:sp>
          <p:nvSpPr>
            <p:cNvPr id="327" name="Google Shape;327;p25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328" name="Google Shape;328;p25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4 - 1. 인터페이스 설정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grpSp>
        <p:nvGrpSpPr>
          <p:cNvPr id="329" name="Google Shape;329;p25"/>
          <p:cNvGrpSpPr/>
          <p:nvPr/>
        </p:nvGrpSpPr>
        <p:grpSpPr>
          <a:xfrm>
            <a:off x="5733398" y="851050"/>
            <a:ext cx="3080180" cy="395400"/>
            <a:chOff x="533623" y="940269"/>
            <a:chExt cx="1595700" cy="395400"/>
          </a:xfrm>
        </p:grpSpPr>
        <p:sp>
          <p:nvSpPr>
            <p:cNvPr id="330" name="Google Shape;330;p25"/>
            <p:cNvSpPr/>
            <p:nvPr/>
          </p:nvSpPr>
          <p:spPr>
            <a:xfrm>
              <a:off x="533623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602474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4 - 2. Redundant 기술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332" name="Google Shape;332;p25"/>
          <p:cNvSpPr txBox="1"/>
          <p:nvPr/>
        </p:nvSpPr>
        <p:spPr>
          <a:xfrm>
            <a:off x="550975" y="1339175"/>
            <a:ext cx="28209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g0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shut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g1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shut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g2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shut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g1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nameif inside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43.43.7.1 255.255.255.0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333" name="Google Shape;333;p25"/>
          <p:cNvSpPr txBox="1"/>
          <p:nvPr/>
        </p:nvSpPr>
        <p:spPr>
          <a:xfrm>
            <a:off x="5733400" y="1339175"/>
            <a:ext cx="45927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Redundant Interface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: </a:t>
            </a: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두 개의 물리적 인터페이스를 하나의 논리 인터페이스로 묶어, 하나가 다운 되더라도 자동으로 인터페이스가 동작하도록 하는 인터페이스 이중화 기술 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하나는 active, 다른 하나는 standby로 동작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redundant 1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member-interface g0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member-interface g2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nameif outside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43.43.34.3 255.255.255.0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334" name="Google Shape;3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175" y="4268325"/>
            <a:ext cx="46291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163" y="5370650"/>
            <a:ext cx="44862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163" y="4849913"/>
            <a:ext cx="3743325" cy="2190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1176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342" name="Google Shape;342;p26"/>
          <p:cNvGrpSpPr/>
          <p:nvPr/>
        </p:nvGrpSpPr>
        <p:grpSpPr>
          <a:xfrm>
            <a:off x="0" y="690075"/>
            <a:ext cx="11172718" cy="5791200"/>
            <a:chOff x="-104775" y="1066800"/>
            <a:chExt cx="11277600" cy="5791200"/>
          </a:xfrm>
        </p:grpSpPr>
        <p:sp>
          <p:nvSpPr>
            <p:cNvPr id="343" name="Google Shape;343;p26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sp>
        <p:nvSpPr>
          <p:cNvPr id="346" name="Google Shape;346;p26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04. 방화벽 - 1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grpSp>
        <p:nvGrpSpPr>
          <p:cNvPr id="347" name="Google Shape;347;p26"/>
          <p:cNvGrpSpPr/>
          <p:nvPr/>
        </p:nvGrpSpPr>
        <p:grpSpPr>
          <a:xfrm>
            <a:off x="550956" y="851050"/>
            <a:ext cx="2213555" cy="395400"/>
            <a:chOff x="442912" y="940269"/>
            <a:chExt cx="1595700" cy="395400"/>
          </a:xfrm>
        </p:grpSpPr>
        <p:sp>
          <p:nvSpPr>
            <p:cNvPr id="348" name="Google Shape;348;p26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349" name="Google Shape;349;p26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4 - 3. 라우팅 설정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350" name="Google Shape;350;p26"/>
          <p:cNvSpPr txBox="1"/>
          <p:nvPr/>
        </p:nvSpPr>
        <p:spPr>
          <a:xfrm>
            <a:off x="550950" y="1546100"/>
            <a:ext cx="45729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router ospf 1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net 43.43.34.3 255.255.255.255 area 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redi eigrp 43 sub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router eigrp 43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auto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net 43.43.7.1 255.255.255.255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redi os 1 met 1 1 1 1 1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351" name="Google Shape;3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788" y="1594950"/>
            <a:ext cx="620077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6"/>
          <p:cNvSpPr/>
          <p:nvPr/>
        </p:nvSpPr>
        <p:spPr>
          <a:xfrm>
            <a:off x="4325800" y="3429000"/>
            <a:ext cx="5893800" cy="2147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7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sp>
        <p:nvSpPr>
          <p:cNvPr id="358" name="Google Shape;358;p27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04. 방화벽 - 1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grpSp>
        <p:nvGrpSpPr>
          <p:cNvPr id="359" name="Google Shape;359;p27"/>
          <p:cNvGrpSpPr/>
          <p:nvPr/>
        </p:nvGrpSpPr>
        <p:grpSpPr>
          <a:xfrm>
            <a:off x="0" y="690075"/>
            <a:ext cx="11172718" cy="5791200"/>
            <a:chOff x="-104775" y="1066800"/>
            <a:chExt cx="11277600" cy="5791200"/>
          </a:xfrm>
        </p:grpSpPr>
        <p:sp>
          <p:nvSpPr>
            <p:cNvPr id="360" name="Google Shape;360;p27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362" name="Google Shape;362;p27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grpSp>
        <p:nvGrpSpPr>
          <p:cNvPr id="363" name="Google Shape;363;p27"/>
          <p:cNvGrpSpPr/>
          <p:nvPr/>
        </p:nvGrpSpPr>
        <p:grpSpPr>
          <a:xfrm>
            <a:off x="550956" y="851050"/>
            <a:ext cx="2213555" cy="395400"/>
            <a:chOff x="442912" y="940269"/>
            <a:chExt cx="1595700" cy="395400"/>
          </a:xfrm>
        </p:grpSpPr>
        <p:sp>
          <p:nvSpPr>
            <p:cNvPr id="364" name="Google Shape;364;p27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365" name="Google Shape;365;p27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4 - 4. MPF 설정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366" name="Google Shape;366;p27"/>
          <p:cNvSpPr txBox="1"/>
          <p:nvPr/>
        </p:nvSpPr>
        <p:spPr>
          <a:xfrm>
            <a:off x="550900" y="1546100"/>
            <a:ext cx="34143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MPF(Modula Policy Framework)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: 모듈화된 정책 설정 체계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class-map inspection_default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match default-inspection-traffic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policy-map global_policy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class inspection_default          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inspect icmp                     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service-policy global_policy int inside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service-policy global_policy int outside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367" name="Google Shape;367;p27"/>
          <p:cNvSpPr txBox="1"/>
          <p:nvPr/>
        </p:nvSpPr>
        <p:spPr>
          <a:xfrm>
            <a:off x="3965200" y="1546100"/>
            <a:ext cx="28932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클래스 맵: 트래픽을 분류 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폴리시 맵: 클래스 맵에서 분류한 트래픽에 대한 보안 정책 설정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서비스 폴리시: 폴리시 맵 활성화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368" name="Google Shape;3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7763" y="1546100"/>
            <a:ext cx="240982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7775" y="2979100"/>
            <a:ext cx="4152900" cy="17430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11760"/>
              </a:srgbClr>
            </a:outerShdw>
          </a:effectLst>
        </p:spPr>
      </p:pic>
      <p:sp>
        <p:nvSpPr>
          <p:cNvPr id="370" name="Google Shape;370;p27"/>
          <p:cNvSpPr/>
          <p:nvPr/>
        </p:nvSpPr>
        <p:spPr>
          <a:xfrm>
            <a:off x="8121575" y="4495450"/>
            <a:ext cx="807000" cy="210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71" name="Google Shape;371;p27"/>
          <p:cNvSpPr/>
          <p:nvPr/>
        </p:nvSpPr>
        <p:spPr>
          <a:xfrm>
            <a:off x="8121575" y="3745188"/>
            <a:ext cx="807000" cy="210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72" name="Google Shape;372;p27"/>
          <p:cNvSpPr txBox="1"/>
          <p:nvPr/>
        </p:nvSpPr>
        <p:spPr>
          <a:xfrm>
            <a:off x="6567775" y="4655650"/>
            <a:ext cx="3651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outside와 inside에서 들어온 ICMP 패킷 확인 </a:t>
            </a:r>
            <a:endParaRPr sz="1100" b="1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73" name="Google Shape;373;p27"/>
          <p:cNvSpPr txBox="1"/>
          <p:nvPr/>
        </p:nvSpPr>
        <p:spPr>
          <a:xfrm>
            <a:off x="550900" y="4572750"/>
            <a:ext cx="25026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내부-&gt; 외부 Ping (R1 -&gt; R4)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374" name="Google Shape;37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938" y="5036838"/>
            <a:ext cx="557212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7"/>
          <p:cNvSpPr/>
          <p:nvPr/>
        </p:nvSpPr>
        <p:spPr>
          <a:xfrm>
            <a:off x="550950" y="5036850"/>
            <a:ext cx="1452000" cy="210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76" name="Google Shape;376;p27"/>
          <p:cNvSpPr/>
          <p:nvPr/>
        </p:nvSpPr>
        <p:spPr>
          <a:xfrm>
            <a:off x="550900" y="5643450"/>
            <a:ext cx="419400" cy="210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0" y="6791325"/>
            <a:ext cx="12192000" cy="66600"/>
          </a:xfrm>
          <a:prstGeom prst="rect">
            <a:avLst/>
          </a:prstGeom>
          <a:solidFill>
            <a:srgbClr val="196BC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sp>
        <p:nvSpPr>
          <p:cNvPr id="383" name="Google Shape;383;p28"/>
          <p:cNvSpPr txBox="1"/>
          <p:nvPr/>
        </p:nvSpPr>
        <p:spPr>
          <a:xfrm>
            <a:off x="3048000" y="4624382"/>
            <a:ext cx="6096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0C0C0C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384" name="Google Shape;384;p28"/>
          <p:cNvSpPr txBox="1"/>
          <p:nvPr/>
        </p:nvSpPr>
        <p:spPr>
          <a:xfrm>
            <a:off x="2063552" y="1319069"/>
            <a:ext cx="8064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방화벽-2 설정 </a:t>
            </a:r>
            <a:endParaRPr sz="40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385" name="Google Shape;385;p28"/>
          <p:cNvSpPr txBox="1"/>
          <p:nvPr/>
        </p:nvSpPr>
        <p:spPr>
          <a:xfrm flipH="1">
            <a:off x="5479200" y="3630788"/>
            <a:ext cx="1233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386" name="Google Shape;386;p28" title="free-icon-firewall-20583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475" y="2669450"/>
            <a:ext cx="2673050" cy="26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9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392" name="Google Shape;392;p29"/>
          <p:cNvGrpSpPr/>
          <p:nvPr/>
        </p:nvGrpSpPr>
        <p:grpSpPr>
          <a:xfrm>
            <a:off x="0" y="690075"/>
            <a:ext cx="11172718" cy="5791200"/>
            <a:chOff x="-104775" y="1066800"/>
            <a:chExt cx="11277600" cy="5791200"/>
          </a:xfrm>
        </p:grpSpPr>
        <p:sp>
          <p:nvSpPr>
            <p:cNvPr id="393" name="Google Shape;393;p29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sp>
        <p:nvSpPr>
          <p:cNvPr id="396" name="Google Shape;396;p29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05. 방화벽 - 2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grpSp>
        <p:nvGrpSpPr>
          <p:cNvPr id="397" name="Google Shape;397;p29"/>
          <p:cNvGrpSpPr/>
          <p:nvPr/>
        </p:nvGrpSpPr>
        <p:grpSpPr>
          <a:xfrm>
            <a:off x="550956" y="851050"/>
            <a:ext cx="2213555" cy="395400"/>
            <a:chOff x="442912" y="940269"/>
            <a:chExt cx="1595700" cy="395400"/>
          </a:xfrm>
        </p:grpSpPr>
        <p:sp>
          <p:nvSpPr>
            <p:cNvPr id="398" name="Google Shape;398;p29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5 - 1. 모드 설정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grpSp>
        <p:nvGrpSpPr>
          <p:cNvPr id="400" name="Google Shape;400;p29"/>
          <p:cNvGrpSpPr/>
          <p:nvPr/>
        </p:nvGrpSpPr>
        <p:grpSpPr>
          <a:xfrm>
            <a:off x="6095993" y="851050"/>
            <a:ext cx="2658915" cy="395400"/>
            <a:chOff x="395397" y="940269"/>
            <a:chExt cx="1595700" cy="395400"/>
          </a:xfrm>
        </p:grpSpPr>
        <p:sp>
          <p:nvSpPr>
            <p:cNvPr id="401" name="Google Shape;401;p29"/>
            <p:cNvSpPr/>
            <p:nvPr/>
          </p:nvSpPr>
          <p:spPr>
            <a:xfrm>
              <a:off x="395397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402" name="Google Shape;402;p29"/>
            <p:cNvSpPr/>
            <p:nvPr/>
          </p:nvSpPr>
          <p:spPr>
            <a:xfrm>
              <a:off x="464244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5 - 2. 인터페이스 설정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403" name="Google Shape;403;p29"/>
          <p:cNvSpPr txBox="1"/>
          <p:nvPr/>
        </p:nvSpPr>
        <p:spPr>
          <a:xfrm>
            <a:off x="550900" y="1451000"/>
            <a:ext cx="4799100" cy="4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Security Context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:  하나의 ASA를 가상적으로 다수 개의 ASA로 사용하는 기술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   물리적으로는 single, 논리적으로는 multiple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mode multiple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6096000" y="1546100"/>
            <a:ext cx="41667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g0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shut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g1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shut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g2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shut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g3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no shut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405" name="Google Shape;4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875" y="2882600"/>
            <a:ext cx="2965555" cy="3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200" y="3849900"/>
            <a:ext cx="3462900" cy="2225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9"/>
          <p:cNvSpPr txBox="1"/>
          <p:nvPr/>
        </p:nvSpPr>
        <p:spPr>
          <a:xfrm>
            <a:off x="648875" y="3513900"/>
            <a:ext cx="17013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논리적 구성도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0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05. 방화벽 - 2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413" name="Google Shape;413;p30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414" name="Google Shape;414;p30"/>
          <p:cNvGrpSpPr/>
          <p:nvPr/>
        </p:nvGrpSpPr>
        <p:grpSpPr>
          <a:xfrm>
            <a:off x="0" y="690075"/>
            <a:ext cx="11172718" cy="5791200"/>
            <a:chOff x="-104775" y="1066800"/>
            <a:chExt cx="11277600" cy="5791200"/>
          </a:xfrm>
        </p:grpSpPr>
        <p:sp>
          <p:nvSpPr>
            <p:cNvPr id="415" name="Google Shape;415;p30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grpSp>
        <p:nvGrpSpPr>
          <p:cNvPr id="418" name="Google Shape;418;p30"/>
          <p:cNvGrpSpPr/>
          <p:nvPr/>
        </p:nvGrpSpPr>
        <p:grpSpPr>
          <a:xfrm>
            <a:off x="550951" y="851050"/>
            <a:ext cx="2479080" cy="395400"/>
            <a:chOff x="442912" y="940269"/>
            <a:chExt cx="1595700" cy="395400"/>
          </a:xfrm>
        </p:grpSpPr>
        <p:sp>
          <p:nvSpPr>
            <p:cNvPr id="419" name="Google Shape;419;p30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5 - 4. Context 설정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421" name="Google Shape;421;p30"/>
          <p:cNvSpPr txBox="1"/>
          <p:nvPr/>
        </p:nvSpPr>
        <p:spPr>
          <a:xfrm>
            <a:off x="550900" y="1546100"/>
            <a:ext cx="24075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admin-context admin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context admin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config-url admin.cfg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context C1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allocate-int g0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allocate-int g1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config-url C1.cfg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context C2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allocate-int g2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allocate-int g3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config-url C2.cfg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2587525" y="1546100"/>
            <a:ext cx="29994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changeto context C1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g1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nameif inside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10.8.8.2 255.255.255.0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g0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nameif outside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43.43.18.2 255.255.255.0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423" name="Google Shape;423;p30"/>
          <p:cNvSpPr txBox="1"/>
          <p:nvPr/>
        </p:nvSpPr>
        <p:spPr>
          <a:xfrm>
            <a:off x="6096000" y="1546100"/>
            <a:ext cx="37581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changeto context C2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g3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nameif inside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10.8.9.2 255.255.255.0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int g2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nameif outside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ip add 43.43.19.2 255.255.255.0 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424" name="Google Shape;42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9152" y="4253800"/>
            <a:ext cx="6584950" cy="175682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0"/>
          <p:cNvSpPr/>
          <p:nvPr/>
        </p:nvSpPr>
        <p:spPr>
          <a:xfrm>
            <a:off x="3331130" y="4808175"/>
            <a:ext cx="6167100" cy="395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26" name="Google Shape;426;p30"/>
          <p:cNvSpPr/>
          <p:nvPr/>
        </p:nvSpPr>
        <p:spPr>
          <a:xfrm>
            <a:off x="3331125" y="5245425"/>
            <a:ext cx="6167100" cy="395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1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05. 방화벽 - 2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432" name="Google Shape;432;p31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433" name="Google Shape;433;p31"/>
          <p:cNvGrpSpPr/>
          <p:nvPr/>
        </p:nvGrpSpPr>
        <p:grpSpPr>
          <a:xfrm>
            <a:off x="206425" y="707850"/>
            <a:ext cx="11172718" cy="5791200"/>
            <a:chOff x="-104775" y="1066800"/>
            <a:chExt cx="11277600" cy="5791200"/>
          </a:xfrm>
        </p:grpSpPr>
        <p:sp>
          <p:nvSpPr>
            <p:cNvPr id="434" name="Google Shape;434;p31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435" name="Google Shape;435;p31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436" name="Google Shape;436;p31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grpSp>
        <p:nvGrpSpPr>
          <p:cNvPr id="437" name="Google Shape;437;p31"/>
          <p:cNvGrpSpPr/>
          <p:nvPr/>
        </p:nvGrpSpPr>
        <p:grpSpPr>
          <a:xfrm>
            <a:off x="550941" y="851050"/>
            <a:ext cx="1920265" cy="395400"/>
            <a:chOff x="442912" y="940269"/>
            <a:chExt cx="1595700" cy="395400"/>
          </a:xfrm>
        </p:grpSpPr>
        <p:sp>
          <p:nvSpPr>
            <p:cNvPr id="438" name="Google Shape;438;p31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439" name="Google Shape;439;p31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5 - 5. ACL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440" name="Google Shape;440;p31"/>
          <p:cNvSpPr txBox="1"/>
          <p:nvPr/>
        </p:nvSpPr>
        <p:spPr>
          <a:xfrm>
            <a:off x="550950" y="1546100"/>
            <a:ext cx="97839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41" name="Google Shape;441;p31"/>
          <p:cNvSpPr txBox="1"/>
          <p:nvPr/>
        </p:nvSpPr>
        <p:spPr>
          <a:xfrm>
            <a:off x="550925" y="1546100"/>
            <a:ext cx="3579600" cy="22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C1 ACL 설정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access-list acl_oi per icmp any any 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access-group acl_oi in interface outside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442" name="Google Shape;442;p31"/>
          <p:cNvSpPr txBox="1"/>
          <p:nvPr/>
        </p:nvSpPr>
        <p:spPr>
          <a:xfrm>
            <a:off x="5403425" y="1546100"/>
            <a:ext cx="3579600" cy="22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C2 ACL 설정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access-list acl_oi per icmp any any 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access-group acl_oi in interface outside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443" name="Google Shape;44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575" y="2689638"/>
            <a:ext cx="42291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1"/>
          <p:cNvSpPr/>
          <p:nvPr/>
        </p:nvSpPr>
        <p:spPr>
          <a:xfrm>
            <a:off x="622575" y="3269325"/>
            <a:ext cx="4229100" cy="210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445" name="Google Shape;44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3413" y="2699150"/>
            <a:ext cx="4181475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1"/>
          <p:cNvSpPr/>
          <p:nvPr/>
        </p:nvSpPr>
        <p:spPr>
          <a:xfrm>
            <a:off x="5403413" y="3269300"/>
            <a:ext cx="4229100" cy="210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447" name="Google Shape;44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900" y="4001238"/>
            <a:ext cx="4580674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938" y="5312850"/>
            <a:ext cx="4652349" cy="93369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1"/>
          <p:cNvSpPr txBox="1"/>
          <p:nvPr/>
        </p:nvSpPr>
        <p:spPr>
          <a:xfrm>
            <a:off x="550950" y="3572750"/>
            <a:ext cx="31788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내부 -&gt; 외부 Ping (SW1 -&gt; R5)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450" name="Google Shape;450;p31"/>
          <p:cNvSpPr txBox="1"/>
          <p:nvPr/>
        </p:nvSpPr>
        <p:spPr>
          <a:xfrm>
            <a:off x="550900" y="4884325"/>
            <a:ext cx="31167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외부 -&gt; 내부 Ping (R5 -&gt; SW1)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451" name="Google Shape;451;p31"/>
          <p:cNvSpPr/>
          <p:nvPr/>
        </p:nvSpPr>
        <p:spPr>
          <a:xfrm>
            <a:off x="550900" y="4001275"/>
            <a:ext cx="1452000" cy="16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52" name="Google Shape;452;p31"/>
          <p:cNvSpPr/>
          <p:nvPr/>
        </p:nvSpPr>
        <p:spPr>
          <a:xfrm>
            <a:off x="550900" y="5312850"/>
            <a:ext cx="1104600" cy="16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53" name="Google Shape;453;p31"/>
          <p:cNvSpPr/>
          <p:nvPr/>
        </p:nvSpPr>
        <p:spPr>
          <a:xfrm>
            <a:off x="550950" y="5839125"/>
            <a:ext cx="383400" cy="16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54" name="Google Shape;454;p31"/>
          <p:cNvSpPr/>
          <p:nvPr/>
        </p:nvSpPr>
        <p:spPr>
          <a:xfrm>
            <a:off x="550900" y="4477675"/>
            <a:ext cx="321600" cy="16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455" name="Google Shape;455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03425" y="4001238"/>
            <a:ext cx="4710751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1"/>
          <p:cNvSpPr txBox="1"/>
          <p:nvPr/>
        </p:nvSpPr>
        <p:spPr>
          <a:xfrm>
            <a:off x="5403425" y="3572725"/>
            <a:ext cx="30624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내부 -&gt; 외부 Ping (R2 -&gt; R5)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457" name="Google Shape;457;p31"/>
          <p:cNvSpPr txBox="1"/>
          <p:nvPr/>
        </p:nvSpPr>
        <p:spPr>
          <a:xfrm>
            <a:off x="5403425" y="4929900"/>
            <a:ext cx="31788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외부 -&gt; 내부 Ping (R5 -&gt; R2)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458" name="Google Shape;458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03425" y="5312850"/>
            <a:ext cx="5065949" cy="854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1"/>
          <p:cNvSpPr/>
          <p:nvPr/>
        </p:nvSpPr>
        <p:spPr>
          <a:xfrm>
            <a:off x="5403425" y="4001250"/>
            <a:ext cx="1264200" cy="16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60" name="Google Shape;460;p31"/>
          <p:cNvSpPr/>
          <p:nvPr/>
        </p:nvSpPr>
        <p:spPr>
          <a:xfrm>
            <a:off x="5403425" y="5312850"/>
            <a:ext cx="1166100" cy="16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61" name="Google Shape;461;p31"/>
          <p:cNvSpPr/>
          <p:nvPr/>
        </p:nvSpPr>
        <p:spPr>
          <a:xfrm>
            <a:off x="5403425" y="4529950"/>
            <a:ext cx="383400" cy="16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62" name="Google Shape;462;p31"/>
          <p:cNvSpPr/>
          <p:nvPr/>
        </p:nvSpPr>
        <p:spPr>
          <a:xfrm>
            <a:off x="5403425" y="5883625"/>
            <a:ext cx="436800" cy="16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2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05. 방화벽 - 2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468" name="Google Shape;468;p32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469" name="Google Shape;469;p32"/>
          <p:cNvGrpSpPr/>
          <p:nvPr/>
        </p:nvGrpSpPr>
        <p:grpSpPr>
          <a:xfrm>
            <a:off x="0" y="725585"/>
            <a:ext cx="11172718" cy="5791200"/>
            <a:chOff x="-104775" y="1066800"/>
            <a:chExt cx="11277600" cy="5791200"/>
          </a:xfrm>
        </p:grpSpPr>
        <p:sp>
          <p:nvSpPr>
            <p:cNvPr id="470" name="Google Shape;470;p32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471" name="Google Shape;471;p32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472" name="Google Shape;472;p32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grpSp>
        <p:nvGrpSpPr>
          <p:cNvPr id="473" name="Google Shape;473;p32"/>
          <p:cNvGrpSpPr/>
          <p:nvPr/>
        </p:nvGrpSpPr>
        <p:grpSpPr>
          <a:xfrm>
            <a:off x="550935" y="851050"/>
            <a:ext cx="2093718" cy="395400"/>
            <a:chOff x="442912" y="940269"/>
            <a:chExt cx="1595700" cy="395400"/>
          </a:xfrm>
        </p:grpSpPr>
        <p:sp>
          <p:nvSpPr>
            <p:cNvPr id="474" name="Google Shape;474;p32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475" name="Google Shape;475;p32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5 - 6. Routing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476" name="Google Shape;476;p32"/>
          <p:cNvSpPr txBox="1"/>
          <p:nvPr/>
        </p:nvSpPr>
        <p:spPr>
          <a:xfrm>
            <a:off x="550925" y="1546100"/>
            <a:ext cx="37743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changeto context C1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 outside 0 0 43.43.18.1</a:t>
            </a: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 inside 10.8.0.0 255.255.0.0 10.8.8.1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477" name="Google Shape;477;p32"/>
          <p:cNvSpPr txBox="1"/>
          <p:nvPr/>
        </p:nvSpPr>
        <p:spPr>
          <a:xfrm>
            <a:off x="5658900" y="1510475"/>
            <a:ext cx="37743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changeto content C2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 outside 0 0 43.43.18.2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route inside 10.8.0.0 255.255.0.0 10.8.9.1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478" name="Google Shape;4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925" y="3127038"/>
            <a:ext cx="470535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900" y="3127038"/>
            <a:ext cx="468630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2"/>
          <p:cNvSpPr/>
          <p:nvPr/>
        </p:nvSpPr>
        <p:spPr>
          <a:xfrm>
            <a:off x="550925" y="4933975"/>
            <a:ext cx="4621200" cy="507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81" name="Google Shape;481;p32"/>
          <p:cNvSpPr/>
          <p:nvPr/>
        </p:nvSpPr>
        <p:spPr>
          <a:xfrm>
            <a:off x="5658900" y="4933975"/>
            <a:ext cx="4621200" cy="650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3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05. 방화벽 - 2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487" name="Google Shape;487;p33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488" name="Google Shape;488;p33"/>
          <p:cNvGrpSpPr/>
          <p:nvPr/>
        </p:nvGrpSpPr>
        <p:grpSpPr>
          <a:xfrm>
            <a:off x="0" y="698975"/>
            <a:ext cx="11172718" cy="5791200"/>
            <a:chOff x="-104775" y="1066800"/>
            <a:chExt cx="11277600" cy="5791200"/>
          </a:xfrm>
        </p:grpSpPr>
        <p:sp>
          <p:nvSpPr>
            <p:cNvPr id="489" name="Google Shape;489;p33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490" name="Google Shape;490;p33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491" name="Google Shape;491;p33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grpSp>
        <p:nvGrpSpPr>
          <p:cNvPr id="492" name="Google Shape;492;p33"/>
          <p:cNvGrpSpPr/>
          <p:nvPr/>
        </p:nvGrpSpPr>
        <p:grpSpPr>
          <a:xfrm>
            <a:off x="550916" y="851050"/>
            <a:ext cx="2427698" cy="395400"/>
            <a:chOff x="442912" y="940269"/>
            <a:chExt cx="1595700" cy="395400"/>
          </a:xfrm>
        </p:grpSpPr>
        <p:sp>
          <p:nvSpPr>
            <p:cNvPr id="493" name="Google Shape;493;p33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494" name="Google Shape;494;p33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5 - 7. NAT 설정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495" name="Google Shape;495;p33"/>
          <p:cNvSpPr txBox="1"/>
          <p:nvPr/>
        </p:nvSpPr>
        <p:spPr>
          <a:xfrm>
            <a:off x="480700" y="1546100"/>
            <a:ext cx="4539900" cy="22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C1 NAT 설정 (Static)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Static object nat: 사설 IP주소를 외부에 있는 목적지까지 라우팅 가능한 공인 IP 주소로 변환시키거나, 외부에서 내부의 사설 IP 주소를 가진 서버와 통신할 수 있게 하는 기술 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object network ob_static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host 10.8.8.1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nat (inside,outside) static 43.43.18.3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496" name="Google Shape;496;p33"/>
          <p:cNvSpPr txBox="1"/>
          <p:nvPr/>
        </p:nvSpPr>
        <p:spPr>
          <a:xfrm>
            <a:off x="5503525" y="1546100"/>
            <a:ext cx="4840500" cy="24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C2 NAT 설정 (Dynamic PAT)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Dynamic Object Pat: 내부 IP가 외부로 나갈 때 미리 설정된 IP Pool을 이용하여 주소를 변환해주는 기술 , PAT의 경우 하나의 공인 IP를 이용해 다수의 사설 IP가 외부와 통신 가능 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object network ob_dynamic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subnet 10.8.0.0 255.255.0.0 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nat (inside,outside) dynamic interface 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497" name="Google Shape;49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750" y="4181500"/>
            <a:ext cx="44958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3513" y="4176750"/>
            <a:ext cx="4562475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4"/>
          <p:cNvSpPr txBox="1">
            <a:spLocks noGrp="1"/>
          </p:cNvSpPr>
          <p:nvPr>
            <p:ph type="body" idx="1"/>
          </p:nvPr>
        </p:nvSpPr>
        <p:spPr>
          <a:xfrm>
            <a:off x="435770" y="215404"/>
            <a:ext cx="97839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8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05. 방화벽 - 2 설정</a:t>
            </a:r>
            <a:endParaRPr sz="1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504" name="Google Shape;504;p34"/>
          <p:cNvSpPr/>
          <p:nvPr/>
        </p:nvSpPr>
        <p:spPr>
          <a:xfrm>
            <a:off x="0" y="2314575"/>
            <a:ext cx="12192000" cy="4543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grpSp>
        <p:nvGrpSpPr>
          <p:cNvPr id="505" name="Google Shape;505;p34"/>
          <p:cNvGrpSpPr/>
          <p:nvPr/>
        </p:nvGrpSpPr>
        <p:grpSpPr>
          <a:xfrm>
            <a:off x="0" y="698975"/>
            <a:ext cx="11172718" cy="5791200"/>
            <a:chOff x="-104775" y="1066800"/>
            <a:chExt cx="11277600" cy="5791200"/>
          </a:xfrm>
        </p:grpSpPr>
        <p:sp>
          <p:nvSpPr>
            <p:cNvPr id="506" name="Google Shape;506;p34"/>
            <p:cNvSpPr/>
            <p:nvPr/>
          </p:nvSpPr>
          <p:spPr>
            <a:xfrm>
              <a:off x="85725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77800" dist="304800" dir="2700000" algn="tl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507" name="Google Shape;507;p34"/>
            <p:cNvSpPr/>
            <p:nvPr/>
          </p:nvSpPr>
          <p:spPr>
            <a:xfrm>
              <a:off x="0" y="1066800"/>
              <a:ext cx="110871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508" name="Google Shape;508;p34"/>
            <p:cNvSpPr/>
            <p:nvPr/>
          </p:nvSpPr>
          <p:spPr>
            <a:xfrm>
              <a:off x="-104775" y="1066800"/>
              <a:ext cx="11119800" cy="579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117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</p:grpSp>
      <p:grpSp>
        <p:nvGrpSpPr>
          <p:cNvPr id="509" name="Google Shape;509;p34"/>
          <p:cNvGrpSpPr/>
          <p:nvPr/>
        </p:nvGrpSpPr>
        <p:grpSpPr>
          <a:xfrm>
            <a:off x="550916" y="851050"/>
            <a:ext cx="2427698" cy="395400"/>
            <a:chOff x="442912" y="940269"/>
            <a:chExt cx="1595700" cy="395400"/>
          </a:xfrm>
        </p:grpSpPr>
        <p:sp>
          <p:nvSpPr>
            <p:cNvPr id="510" name="Google Shape;510;p34"/>
            <p:cNvSpPr/>
            <p:nvPr/>
          </p:nvSpPr>
          <p:spPr>
            <a:xfrm>
              <a:off x="442912" y="940269"/>
              <a:ext cx="1595700" cy="395400"/>
            </a:xfrm>
            <a:prstGeom prst="roundRect">
              <a:avLst>
                <a:gd name="adj" fmla="val 50000"/>
              </a:avLst>
            </a:prstGeom>
            <a:solidFill>
              <a:srgbClr val="2673C0"/>
            </a:solidFill>
            <a:ln>
              <a:noFill/>
            </a:ln>
          </p:spPr>
          <p:txBody>
            <a:bodyPr spcFirstLastPara="1" wrap="square" lIns="36000" tIns="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sym typeface="Arial"/>
              </a:endParaRPr>
            </a:p>
          </p:txBody>
        </p:sp>
        <p:sp>
          <p:nvSpPr>
            <p:cNvPr id="511" name="Google Shape;511;p34"/>
            <p:cNvSpPr/>
            <p:nvPr/>
          </p:nvSpPr>
          <p:spPr>
            <a:xfrm>
              <a:off x="511827" y="958242"/>
              <a:ext cx="1458000" cy="35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" tIns="0" rIns="36000" bIns="360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196BC5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Jua"/>
                  <a:sym typeface="Jua"/>
                </a:rPr>
                <a:t>5 - 7. NAT 설정</a:t>
              </a:r>
              <a:endParaRPr sz="1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endParaRPr>
            </a:p>
          </p:txBody>
        </p:sp>
      </p:grpSp>
      <p:sp>
        <p:nvSpPr>
          <p:cNvPr id="512" name="Google Shape;512;p34"/>
          <p:cNvSpPr txBox="1"/>
          <p:nvPr/>
        </p:nvSpPr>
        <p:spPr>
          <a:xfrm>
            <a:off x="480700" y="1546100"/>
            <a:ext cx="45399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Static NAT 설정 전 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sp>
        <p:nvSpPr>
          <p:cNvPr id="513" name="Google Shape;513;p34"/>
          <p:cNvSpPr txBox="1"/>
          <p:nvPr/>
        </p:nvSpPr>
        <p:spPr>
          <a:xfrm>
            <a:off x="5459025" y="1546100"/>
            <a:ext cx="4840500" cy="24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b="1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514" name="Google Shape;51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925" y="2060350"/>
            <a:ext cx="5036425" cy="1010775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4"/>
          <p:cNvSpPr txBox="1"/>
          <p:nvPr/>
        </p:nvSpPr>
        <p:spPr>
          <a:xfrm>
            <a:off x="550925" y="3283025"/>
            <a:ext cx="45399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Static NAT 설정 후 </a:t>
            </a: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  <p:pic>
        <p:nvPicPr>
          <p:cNvPr id="516" name="Google Shape;51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063" y="3747775"/>
            <a:ext cx="50101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913" y="4940975"/>
            <a:ext cx="5495925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4"/>
          <p:cNvSpPr/>
          <p:nvPr/>
        </p:nvSpPr>
        <p:spPr>
          <a:xfrm>
            <a:off x="564075" y="2608255"/>
            <a:ext cx="397200" cy="187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19" name="Google Shape;519;p34"/>
          <p:cNvSpPr/>
          <p:nvPr/>
        </p:nvSpPr>
        <p:spPr>
          <a:xfrm>
            <a:off x="747750" y="2060350"/>
            <a:ext cx="988200" cy="210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20" name="Google Shape;520;p34"/>
          <p:cNvSpPr/>
          <p:nvPr/>
        </p:nvSpPr>
        <p:spPr>
          <a:xfrm>
            <a:off x="794000" y="3747775"/>
            <a:ext cx="1075500" cy="210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21" name="Google Shape;521;p34"/>
          <p:cNvSpPr/>
          <p:nvPr/>
        </p:nvSpPr>
        <p:spPr>
          <a:xfrm>
            <a:off x="564075" y="4344375"/>
            <a:ext cx="450600" cy="210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794000" y="4940975"/>
            <a:ext cx="1200000" cy="210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23" name="Google Shape;523;p34"/>
          <p:cNvSpPr/>
          <p:nvPr/>
        </p:nvSpPr>
        <p:spPr>
          <a:xfrm>
            <a:off x="564075" y="5537575"/>
            <a:ext cx="450600" cy="210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524" name="Google Shape;524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5152" y="3747775"/>
            <a:ext cx="4314361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4"/>
          <p:cNvSpPr/>
          <p:nvPr/>
        </p:nvSpPr>
        <p:spPr>
          <a:xfrm>
            <a:off x="6794925" y="4265150"/>
            <a:ext cx="3424800" cy="210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6CB6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sp>
        <p:nvSpPr>
          <p:cNvPr id="531" name="Google Shape;531;p35"/>
          <p:cNvSpPr/>
          <p:nvPr/>
        </p:nvSpPr>
        <p:spPr>
          <a:xfrm>
            <a:off x="0" y="6791325"/>
            <a:ext cx="12192000" cy="66600"/>
          </a:xfrm>
          <a:prstGeom prst="rect">
            <a:avLst/>
          </a:prstGeom>
          <a:solidFill>
            <a:srgbClr val="196BC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sym typeface="Arial"/>
            </a:endParaRPr>
          </a:p>
        </p:txBody>
      </p:sp>
      <p:sp>
        <p:nvSpPr>
          <p:cNvPr id="532" name="Google Shape;532;p35"/>
          <p:cNvSpPr txBox="1"/>
          <p:nvPr/>
        </p:nvSpPr>
        <p:spPr>
          <a:xfrm>
            <a:off x="2063552" y="2720994"/>
            <a:ext cx="8064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>
                <a:solidFill>
                  <a:srgbClr val="196BC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Jua"/>
                <a:sym typeface="Jua"/>
              </a:rPr>
              <a:t>감 사 합 니 다.</a:t>
            </a:r>
            <a:endParaRPr sz="4800">
              <a:latin typeface="배달의민족 주아" panose="02020603020101020101" pitchFamily="18" charset="-127"/>
              <a:ea typeface="배달의민족 주아" panose="02020603020101020101" pitchFamily="18" charset="-127"/>
              <a:cs typeface="Jua"/>
              <a:sym typeface="J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1161</Words>
  <Application>Microsoft Office PowerPoint</Application>
  <PresentationFormat>와이드스크린</PresentationFormat>
  <Paragraphs>394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5" baseType="lpstr">
      <vt:lpstr>Jua</vt:lpstr>
      <vt:lpstr>Noto Sans KR</vt:lpstr>
      <vt:lpstr>Malgun Gothic</vt:lpstr>
      <vt:lpstr>배달의민족 주아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DWIT</cp:lastModifiedBy>
  <cp:revision>27</cp:revision>
  <dcterms:modified xsi:type="dcterms:W3CDTF">2025-07-18T00:15:35Z</dcterms:modified>
</cp:coreProperties>
</file>